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3" r:id="rId3"/>
    <p:sldId id="256" r:id="rId4"/>
    <p:sldId id="257" r:id="rId5"/>
    <p:sldId id="262" r:id="rId6"/>
    <p:sldId id="264" r:id="rId7"/>
    <p:sldId id="261" r:id="rId8"/>
    <p:sldId id="260" r:id="rId9"/>
    <p:sldId id="265" r:id="rId10"/>
    <p:sldId id="267" r:id="rId11"/>
    <p:sldId id="266" r:id="rId12"/>
    <p:sldId id="268" r:id="rId13"/>
    <p:sldId id="269" r:id="rId14"/>
    <p:sldId id="270" r:id="rId15"/>
    <p:sldId id="271" r:id="rId16"/>
    <p:sldId id="272" r:id="rId17"/>
    <p:sldId id="273" r:id="rId18"/>
    <p:sldId id="274" r:id="rId19"/>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2B67"/>
    <a:srgbClr val="FE2A8A"/>
    <a:srgbClr val="FA2EA3"/>
    <a:srgbClr val="41B39D"/>
    <a:srgbClr val="3B5ECD"/>
    <a:srgbClr val="4034D8"/>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D2F293-2A21-43E0-8E28-9555F874D47F}" v="41" dt="2023-09-03T16:45:07.2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1" autoAdjust="0"/>
    <p:restoredTop sz="94668" autoAdjust="0"/>
  </p:normalViewPr>
  <p:slideViewPr>
    <p:cSldViewPr snapToGrid="0">
      <p:cViewPr>
        <p:scale>
          <a:sx n="75" d="100"/>
          <a:sy n="75" d="100"/>
        </p:scale>
        <p:origin x="-276" y="17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ehoon Jang" userId="966c597570e402b5" providerId="LiveId" clId="{E8D2F293-2A21-43E0-8E28-9555F874D47F}"/>
    <pc:docChg chg="undo custSel addSld delSld modSld sldOrd">
      <pc:chgData name="Jaehoon Jang" userId="966c597570e402b5" providerId="LiveId" clId="{E8D2F293-2A21-43E0-8E28-9555F874D47F}" dt="2023-09-04T20:26:44.878" v="10191" actId="403"/>
      <pc:docMkLst>
        <pc:docMk/>
      </pc:docMkLst>
      <pc:sldChg chg="addSp modSp">
        <pc:chgData name="Jaehoon Jang" userId="966c597570e402b5" providerId="LiveId" clId="{E8D2F293-2A21-43E0-8E28-9555F874D47F}" dt="2023-09-03T07:58:55.042" v="955"/>
        <pc:sldMkLst>
          <pc:docMk/>
          <pc:sldMk cId="1837623837" sldId="256"/>
        </pc:sldMkLst>
        <pc:spChg chg="add mod">
          <ac:chgData name="Jaehoon Jang" userId="966c597570e402b5" providerId="LiveId" clId="{E8D2F293-2A21-43E0-8E28-9555F874D47F}" dt="2023-09-03T07:58:55.042" v="955"/>
          <ac:spMkLst>
            <pc:docMk/>
            <pc:sldMk cId="1837623837" sldId="256"/>
            <ac:spMk id="2" creationId="{757E29F7-8FCC-F740-0B77-4AF8A656F848}"/>
          </ac:spMkLst>
        </pc:spChg>
      </pc:sldChg>
      <pc:sldChg chg="addSp modSp">
        <pc:chgData name="Jaehoon Jang" userId="966c597570e402b5" providerId="LiveId" clId="{E8D2F293-2A21-43E0-8E28-9555F874D47F}" dt="2023-09-03T07:58:54.248" v="954"/>
        <pc:sldMkLst>
          <pc:docMk/>
          <pc:sldMk cId="1207259508" sldId="257"/>
        </pc:sldMkLst>
        <pc:spChg chg="add mod">
          <ac:chgData name="Jaehoon Jang" userId="966c597570e402b5" providerId="LiveId" clId="{E8D2F293-2A21-43E0-8E28-9555F874D47F}" dt="2023-09-03T07:58:54.248" v="954"/>
          <ac:spMkLst>
            <pc:docMk/>
            <pc:sldMk cId="1207259508" sldId="257"/>
            <ac:spMk id="3" creationId="{2DEFAA5E-54A1-1E77-FCEC-B9B717E86B1B}"/>
          </ac:spMkLst>
        </pc:spChg>
      </pc:sldChg>
      <pc:sldChg chg="addSp delSp modSp del mod">
        <pc:chgData name="Jaehoon Jang" userId="966c597570e402b5" providerId="LiveId" clId="{E8D2F293-2A21-43E0-8E28-9555F874D47F}" dt="2023-09-03T07:00:18.383" v="863" actId="47"/>
        <pc:sldMkLst>
          <pc:docMk/>
          <pc:sldMk cId="493904563" sldId="258"/>
        </pc:sldMkLst>
        <pc:spChg chg="add mod">
          <ac:chgData name="Jaehoon Jang" userId="966c597570e402b5" providerId="LiveId" clId="{E8D2F293-2A21-43E0-8E28-9555F874D47F}" dt="2023-09-02T09:23:06.788" v="79" actId="20577"/>
          <ac:spMkLst>
            <pc:docMk/>
            <pc:sldMk cId="493904563" sldId="258"/>
            <ac:spMk id="2" creationId="{6DEF6057-43C4-40FC-44C8-8FD83FEAF69F}"/>
          </ac:spMkLst>
        </pc:spChg>
        <pc:spChg chg="add mod">
          <ac:chgData name="Jaehoon Jang" userId="966c597570e402b5" providerId="LiveId" clId="{E8D2F293-2A21-43E0-8E28-9555F874D47F}" dt="2023-09-02T09:22:19.717" v="56" actId="20577"/>
          <ac:spMkLst>
            <pc:docMk/>
            <pc:sldMk cId="493904563" sldId="258"/>
            <ac:spMk id="3" creationId="{F9B10387-F5BD-7C7A-A2BB-8F036D8ADA8B}"/>
          </ac:spMkLst>
        </pc:spChg>
        <pc:spChg chg="del">
          <ac:chgData name="Jaehoon Jang" userId="966c597570e402b5" providerId="LiveId" clId="{E8D2F293-2A21-43E0-8E28-9555F874D47F}" dt="2023-09-02T07:08:36.952" v="7" actId="478"/>
          <ac:spMkLst>
            <pc:docMk/>
            <pc:sldMk cId="493904563" sldId="258"/>
            <ac:spMk id="4" creationId="{8329BB96-3DE1-3106-97E0-70C14AF8A358}"/>
          </ac:spMkLst>
        </pc:spChg>
      </pc:sldChg>
      <pc:sldChg chg="addSp delSp modSp mod">
        <pc:chgData name="Jaehoon Jang" userId="966c597570e402b5" providerId="LiveId" clId="{E8D2F293-2A21-43E0-8E28-9555F874D47F}" dt="2023-09-03T07:56:47.594" v="938" actId="207"/>
        <pc:sldMkLst>
          <pc:docMk/>
          <pc:sldMk cId="770770787" sldId="259"/>
        </pc:sldMkLst>
        <pc:spChg chg="del">
          <ac:chgData name="Jaehoon Jang" userId="966c597570e402b5" providerId="LiveId" clId="{E8D2F293-2A21-43E0-8E28-9555F874D47F}" dt="2023-09-03T06:54:56.826" v="855" actId="478"/>
          <ac:spMkLst>
            <pc:docMk/>
            <pc:sldMk cId="770770787" sldId="259"/>
            <ac:spMk id="2" creationId="{BBB78AAF-E807-4212-E6D0-D30A2C77C349}"/>
          </ac:spMkLst>
        </pc:spChg>
        <pc:spChg chg="add del mod">
          <ac:chgData name="Jaehoon Jang" userId="966c597570e402b5" providerId="LiveId" clId="{E8D2F293-2A21-43E0-8E28-9555F874D47F}" dt="2023-09-03T06:54:59.186" v="856" actId="478"/>
          <ac:spMkLst>
            <pc:docMk/>
            <pc:sldMk cId="770770787" sldId="259"/>
            <ac:spMk id="5" creationId="{47FBE08B-9D07-B799-EA66-B407483A2A33}"/>
          </ac:spMkLst>
        </pc:spChg>
        <pc:spChg chg="add mod">
          <ac:chgData name="Jaehoon Jang" userId="966c597570e402b5" providerId="LiveId" clId="{E8D2F293-2A21-43E0-8E28-9555F874D47F}" dt="2023-09-03T06:55:09.955" v="858"/>
          <ac:spMkLst>
            <pc:docMk/>
            <pc:sldMk cId="770770787" sldId="259"/>
            <ac:spMk id="6" creationId="{99B9CAAB-5A24-64CE-EBBE-12F549B92EDF}"/>
          </ac:spMkLst>
        </pc:spChg>
        <pc:spChg chg="add del mod">
          <ac:chgData name="Jaehoon Jang" userId="966c597570e402b5" providerId="LiveId" clId="{E8D2F293-2A21-43E0-8E28-9555F874D47F}" dt="2023-09-03T06:55:14.323" v="860" actId="478"/>
          <ac:spMkLst>
            <pc:docMk/>
            <pc:sldMk cId="770770787" sldId="259"/>
            <ac:spMk id="8" creationId="{1FE6B4D8-9BA8-45AB-25C9-C5862A6692F7}"/>
          </ac:spMkLst>
        </pc:spChg>
        <pc:spChg chg="add del mod">
          <ac:chgData name="Jaehoon Jang" userId="966c597570e402b5" providerId="LiveId" clId="{E8D2F293-2A21-43E0-8E28-9555F874D47F}" dt="2023-09-03T07:56:29.661" v="935" actId="478"/>
          <ac:spMkLst>
            <pc:docMk/>
            <pc:sldMk cId="770770787" sldId="259"/>
            <ac:spMk id="9" creationId="{0A41979C-F1BB-7156-D52D-C8D65A34C5EA}"/>
          </ac:spMkLst>
        </pc:spChg>
        <pc:spChg chg="add mod">
          <ac:chgData name="Jaehoon Jang" userId="966c597570e402b5" providerId="LiveId" clId="{E8D2F293-2A21-43E0-8E28-9555F874D47F}" dt="2023-09-03T07:56:47.594" v="938" actId="207"/>
          <ac:spMkLst>
            <pc:docMk/>
            <pc:sldMk cId="770770787" sldId="259"/>
            <ac:spMk id="10" creationId="{D68D62BD-55F4-66E3-AED1-5EEEBF2B733A}"/>
          </ac:spMkLst>
        </pc:spChg>
        <pc:graphicFrameChg chg="del">
          <ac:chgData name="Jaehoon Jang" userId="966c597570e402b5" providerId="LiveId" clId="{E8D2F293-2A21-43E0-8E28-9555F874D47F}" dt="2023-09-03T06:55:11.630" v="859" actId="478"/>
          <ac:graphicFrameMkLst>
            <pc:docMk/>
            <pc:sldMk cId="770770787" sldId="259"/>
            <ac:graphicFrameMk id="4" creationId="{9F1D6B8E-1CA9-BB06-6C47-ED76E1948776}"/>
          </ac:graphicFrameMkLst>
        </pc:graphicFrameChg>
      </pc:sldChg>
      <pc:sldChg chg="addSp delSp modSp mod ord modClrScheme delDesignElem chgLayout">
        <pc:chgData name="Jaehoon Jang" userId="966c597570e402b5" providerId="LiveId" clId="{E8D2F293-2A21-43E0-8E28-9555F874D47F}" dt="2023-09-04T17:30:52.734" v="7472" actId="20577"/>
        <pc:sldMkLst>
          <pc:docMk/>
          <pc:sldMk cId="132150788" sldId="260"/>
        </pc:sldMkLst>
        <pc:spChg chg="del mod ord">
          <ac:chgData name="Jaehoon Jang" userId="966c597570e402b5" providerId="LiveId" clId="{E8D2F293-2A21-43E0-8E28-9555F874D47F}" dt="2023-09-02T07:08:54.829" v="10" actId="478"/>
          <ac:spMkLst>
            <pc:docMk/>
            <pc:sldMk cId="132150788" sldId="260"/>
            <ac:spMk id="2" creationId="{8C76EDEA-5B0F-33AC-4166-72DB5DC6BED0}"/>
          </ac:spMkLst>
        </pc:spChg>
        <pc:spChg chg="add mod">
          <ac:chgData name="Jaehoon Jang" userId="966c597570e402b5" providerId="LiveId" clId="{E8D2F293-2A21-43E0-8E28-9555F874D47F}" dt="2023-09-03T07:58:56.288" v="956"/>
          <ac:spMkLst>
            <pc:docMk/>
            <pc:sldMk cId="132150788" sldId="260"/>
            <ac:spMk id="2" creationId="{E4E6FEF5-ABC3-5FEC-8C0C-5D3A12DA255F}"/>
          </ac:spMkLst>
        </pc:spChg>
        <pc:spChg chg="add mod">
          <ac:chgData name="Jaehoon Jang" userId="966c597570e402b5" providerId="LiveId" clId="{E8D2F293-2A21-43E0-8E28-9555F874D47F}" dt="2023-09-04T17:30:52.734" v="7472" actId="20577"/>
          <ac:spMkLst>
            <pc:docMk/>
            <pc:sldMk cId="132150788" sldId="260"/>
            <ac:spMk id="3" creationId="{00D69AE1-3335-51CD-4CA1-B369615B6A08}"/>
          </ac:spMkLst>
        </pc:spChg>
        <pc:spChg chg="add del mod">
          <ac:chgData name="Jaehoon Jang" userId="966c597570e402b5" providerId="LiveId" clId="{E8D2F293-2A21-43E0-8E28-9555F874D47F}" dt="2023-09-02T07:07:43.575" v="1" actId="478"/>
          <ac:spMkLst>
            <pc:docMk/>
            <pc:sldMk cId="132150788" sldId="260"/>
            <ac:spMk id="4" creationId="{AB42A4A4-7557-AB7D-5E76-423D338A9207}"/>
          </ac:spMkLst>
        </pc:spChg>
        <pc:spChg chg="add del mod ord">
          <ac:chgData name="Jaehoon Jang" userId="966c597570e402b5" providerId="LiveId" clId="{E8D2F293-2A21-43E0-8E28-9555F874D47F}" dt="2023-09-02T07:08:52.876" v="9" actId="478"/>
          <ac:spMkLst>
            <pc:docMk/>
            <pc:sldMk cId="132150788" sldId="260"/>
            <ac:spMk id="6" creationId="{03974ECC-5684-6481-898F-25A559A6A14F}"/>
          </ac:spMkLst>
        </pc:spChg>
        <pc:spChg chg="add del mod">
          <ac:chgData name="Jaehoon Jang" userId="966c597570e402b5" providerId="LiveId" clId="{E8D2F293-2A21-43E0-8E28-9555F874D47F}" dt="2023-09-02T07:08:56.597" v="11" actId="478"/>
          <ac:spMkLst>
            <pc:docMk/>
            <pc:sldMk cId="132150788" sldId="260"/>
            <ac:spMk id="8" creationId="{0D79D08A-EBFF-C369-B5D7-BF76B2C8FEBD}"/>
          </ac:spMkLst>
        </pc:spChg>
        <pc:spChg chg="add mod">
          <ac:chgData name="Jaehoon Jang" userId="966c597570e402b5" providerId="LiveId" clId="{E8D2F293-2A21-43E0-8E28-9555F874D47F}" dt="2023-09-03T11:05:42.243" v="1982" actId="1076"/>
          <ac:spMkLst>
            <pc:docMk/>
            <pc:sldMk cId="132150788" sldId="260"/>
            <ac:spMk id="9" creationId="{2B62F8F5-6E5D-346A-3B10-88942D8D2A7A}"/>
          </ac:spMkLst>
        </pc:spChg>
        <pc:spChg chg="del">
          <ac:chgData name="Jaehoon Jang" userId="966c597570e402b5" providerId="LiveId" clId="{E8D2F293-2A21-43E0-8E28-9555F874D47F}" dt="2023-09-02T07:07:47.204" v="2" actId="700"/>
          <ac:spMkLst>
            <pc:docMk/>
            <pc:sldMk cId="132150788" sldId="260"/>
            <ac:spMk id="10" creationId="{E91DC736-0EF8-4F87-9146-EBF1D2EE4D3D}"/>
          </ac:spMkLst>
        </pc:spChg>
        <pc:spChg chg="add del mod">
          <ac:chgData name="Jaehoon Jang" userId="966c597570e402b5" providerId="LiveId" clId="{E8D2F293-2A21-43E0-8E28-9555F874D47F}" dt="2023-09-03T06:54:48.495" v="854" actId="478"/>
          <ac:spMkLst>
            <pc:docMk/>
            <pc:sldMk cId="132150788" sldId="260"/>
            <ac:spMk id="11" creationId="{3447D2E9-B9DF-1905-E919-1D3F8C2A7972}"/>
          </ac:spMkLst>
        </pc:spChg>
        <pc:spChg chg="del">
          <ac:chgData name="Jaehoon Jang" userId="966c597570e402b5" providerId="LiveId" clId="{E8D2F293-2A21-43E0-8E28-9555F874D47F}" dt="2023-09-02T07:07:47.204" v="2" actId="700"/>
          <ac:spMkLst>
            <pc:docMk/>
            <pc:sldMk cId="132150788" sldId="260"/>
            <ac:spMk id="12" creationId="{097CD68E-23E3-4007-8847-CD0944C4F7BE}"/>
          </ac:spMkLst>
        </pc:spChg>
        <pc:spChg chg="add del mod">
          <ac:chgData name="Jaehoon Jang" userId="966c597570e402b5" providerId="LiveId" clId="{E8D2F293-2A21-43E0-8E28-9555F874D47F}" dt="2023-09-03T06:54:48.495" v="854" actId="478"/>
          <ac:spMkLst>
            <pc:docMk/>
            <pc:sldMk cId="132150788" sldId="260"/>
            <ac:spMk id="13" creationId="{E07419AA-3119-33D4-1158-077E5CB339FC}"/>
          </ac:spMkLst>
        </pc:spChg>
        <pc:spChg chg="del">
          <ac:chgData name="Jaehoon Jang" userId="966c597570e402b5" providerId="LiveId" clId="{E8D2F293-2A21-43E0-8E28-9555F874D47F}" dt="2023-09-02T07:07:47.204" v="2" actId="700"/>
          <ac:spMkLst>
            <pc:docMk/>
            <pc:sldMk cId="132150788" sldId="260"/>
            <ac:spMk id="14" creationId="{AF2F604E-43BE-4DC3-B983-E071523364F8}"/>
          </ac:spMkLst>
        </pc:spChg>
        <pc:spChg chg="del">
          <ac:chgData name="Jaehoon Jang" userId="966c597570e402b5" providerId="LiveId" clId="{E8D2F293-2A21-43E0-8E28-9555F874D47F}" dt="2023-09-02T07:07:47.204" v="2" actId="700"/>
          <ac:spMkLst>
            <pc:docMk/>
            <pc:sldMk cId="132150788" sldId="260"/>
            <ac:spMk id="16" creationId="{08C9B587-E65E-4B52-B37C-ABEBB6E87928}"/>
          </ac:spMkLst>
        </pc:spChg>
        <pc:picChg chg="del">
          <ac:chgData name="Jaehoon Jang" userId="966c597570e402b5" providerId="LiveId" clId="{E8D2F293-2A21-43E0-8E28-9555F874D47F}" dt="2023-09-02T07:07:39.314" v="0" actId="478"/>
          <ac:picMkLst>
            <pc:docMk/>
            <pc:sldMk cId="132150788" sldId="260"/>
            <ac:picMk id="5" creationId="{46329EB4-E90E-6AB7-475A-0926A02A7190}"/>
          </ac:picMkLst>
        </pc:picChg>
      </pc:sldChg>
      <pc:sldChg chg="addSp delSp modSp new mod">
        <pc:chgData name="Jaehoon Jang" userId="966c597570e402b5" providerId="LiveId" clId="{E8D2F293-2A21-43E0-8E28-9555F874D47F}" dt="2023-09-03T11:04:42.298" v="1977" actId="20577"/>
        <pc:sldMkLst>
          <pc:docMk/>
          <pc:sldMk cId="2485860977" sldId="261"/>
        </pc:sldMkLst>
        <pc:spChg chg="del">
          <ac:chgData name="Jaehoon Jang" userId="966c597570e402b5" providerId="LiveId" clId="{E8D2F293-2A21-43E0-8E28-9555F874D47F}" dt="2023-09-02T14:20:10.411" v="750" actId="478"/>
          <ac:spMkLst>
            <pc:docMk/>
            <pc:sldMk cId="2485860977" sldId="261"/>
            <ac:spMk id="2" creationId="{4201DDFB-DAB1-457F-4678-4BBA175DBB1A}"/>
          </ac:spMkLst>
        </pc:spChg>
        <pc:spChg chg="add mod">
          <ac:chgData name="Jaehoon Jang" userId="966c597570e402b5" providerId="LiveId" clId="{E8D2F293-2A21-43E0-8E28-9555F874D47F}" dt="2023-09-03T07:58:52.228" v="953"/>
          <ac:spMkLst>
            <pc:docMk/>
            <pc:sldMk cId="2485860977" sldId="261"/>
            <ac:spMk id="2" creationId="{6EB0FA62-B0AD-EE37-78C5-B2B05C6159BE}"/>
          </ac:spMkLst>
        </pc:spChg>
        <pc:spChg chg="add del mod">
          <ac:chgData name="Jaehoon Jang" userId="966c597570e402b5" providerId="LiveId" clId="{E8D2F293-2A21-43E0-8E28-9555F874D47F}" dt="2023-09-03T10:34:50.776" v="1949" actId="478"/>
          <ac:spMkLst>
            <pc:docMk/>
            <pc:sldMk cId="2485860977" sldId="261"/>
            <ac:spMk id="3" creationId="{0D9E40DF-619B-AAF6-FEBA-97BA50A7D3F1}"/>
          </ac:spMkLst>
        </pc:spChg>
        <pc:spChg chg="del">
          <ac:chgData name="Jaehoon Jang" userId="966c597570e402b5" providerId="LiveId" clId="{E8D2F293-2A21-43E0-8E28-9555F874D47F}" dt="2023-09-02T14:20:10.411" v="750" actId="478"/>
          <ac:spMkLst>
            <pc:docMk/>
            <pc:sldMk cId="2485860977" sldId="261"/>
            <ac:spMk id="3" creationId="{F753D5A1-A077-5F73-21B7-CCE929B0BF24}"/>
          </ac:spMkLst>
        </pc:spChg>
        <pc:spChg chg="add mod">
          <ac:chgData name="Jaehoon Jang" userId="966c597570e402b5" providerId="LiveId" clId="{E8D2F293-2A21-43E0-8E28-9555F874D47F}" dt="2023-09-03T11:04:42.298" v="1977" actId="20577"/>
          <ac:spMkLst>
            <pc:docMk/>
            <pc:sldMk cId="2485860977" sldId="261"/>
            <ac:spMk id="4" creationId="{4A48958C-BF5D-2811-4390-56C039D2E659}"/>
          </ac:spMkLst>
        </pc:spChg>
      </pc:sldChg>
      <pc:sldChg chg="addSp delSp modSp add mod">
        <pc:chgData name="Jaehoon Jang" userId="966c597570e402b5" providerId="LiveId" clId="{E8D2F293-2A21-43E0-8E28-9555F874D47F}" dt="2023-09-03T11:03:50.344" v="1974" actId="1076"/>
        <pc:sldMkLst>
          <pc:docMk/>
          <pc:sldMk cId="922111555" sldId="262"/>
        </pc:sldMkLst>
        <pc:spChg chg="mod">
          <ac:chgData name="Jaehoon Jang" userId="966c597570e402b5" providerId="LiveId" clId="{E8D2F293-2A21-43E0-8E28-9555F874D47F}" dt="2023-09-02T09:23:17.490" v="108" actId="20577"/>
          <ac:spMkLst>
            <pc:docMk/>
            <pc:sldMk cId="922111555" sldId="262"/>
            <ac:spMk id="2" creationId="{6DEF6057-43C4-40FC-44C8-8FD83FEAF69F}"/>
          </ac:spMkLst>
        </pc:spChg>
        <pc:spChg chg="mod">
          <ac:chgData name="Jaehoon Jang" userId="966c597570e402b5" providerId="LiveId" clId="{E8D2F293-2A21-43E0-8E28-9555F874D47F}" dt="2023-09-03T10:35:31.912" v="1973" actId="20577"/>
          <ac:spMkLst>
            <pc:docMk/>
            <pc:sldMk cId="922111555" sldId="262"/>
            <ac:spMk id="3" creationId="{F9B10387-F5BD-7C7A-A2BB-8F036D8ADA8B}"/>
          </ac:spMkLst>
        </pc:spChg>
        <pc:spChg chg="add mod">
          <ac:chgData name="Jaehoon Jang" userId="966c597570e402b5" providerId="LiveId" clId="{E8D2F293-2A21-43E0-8E28-9555F874D47F}" dt="2023-09-03T11:03:50.344" v="1974" actId="1076"/>
          <ac:spMkLst>
            <pc:docMk/>
            <pc:sldMk cId="922111555" sldId="262"/>
            <ac:spMk id="4" creationId="{965D2460-92ED-C1C9-1AD7-0C7103CCE3FA}"/>
          </ac:spMkLst>
        </pc:spChg>
        <pc:spChg chg="add del mod">
          <ac:chgData name="Jaehoon Jang" userId="966c597570e402b5" providerId="LiveId" clId="{E8D2F293-2A21-43E0-8E28-9555F874D47F}" dt="2023-09-02T14:20:06.044" v="749" actId="21"/>
          <ac:spMkLst>
            <pc:docMk/>
            <pc:sldMk cId="922111555" sldId="262"/>
            <ac:spMk id="5" creationId="{68E23C74-04F9-96D7-2099-5EB6036C6BAC}"/>
          </ac:spMkLst>
        </pc:spChg>
        <pc:spChg chg="add del mod">
          <ac:chgData name="Jaehoon Jang" userId="966c597570e402b5" providerId="LiveId" clId="{E8D2F293-2A21-43E0-8E28-9555F874D47F}" dt="2023-09-03T07:49:09.057" v="881"/>
          <ac:spMkLst>
            <pc:docMk/>
            <pc:sldMk cId="922111555" sldId="262"/>
            <ac:spMk id="5" creationId="{C63E7658-5FB8-25C3-41C3-39D7C340B2F2}"/>
          </ac:spMkLst>
        </pc:spChg>
        <pc:spChg chg="add del mod">
          <ac:chgData name="Jaehoon Jang" userId="966c597570e402b5" providerId="LiveId" clId="{E8D2F293-2A21-43E0-8E28-9555F874D47F}" dt="2023-09-03T07:49:09.057" v="881"/>
          <ac:spMkLst>
            <pc:docMk/>
            <pc:sldMk cId="922111555" sldId="262"/>
            <ac:spMk id="6" creationId="{B44C8B8E-EEAE-267D-34DB-55D6AD61A856}"/>
          </ac:spMkLst>
        </pc:spChg>
        <pc:spChg chg="del mod">
          <ac:chgData name="Jaehoon Jang" userId="966c597570e402b5" providerId="LiveId" clId="{E8D2F293-2A21-43E0-8E28-9555F874D47F}" dt="2023-09-03T07:58:45.703" v="951" actId="478"/>
          <ac:spMkLst>
            <pc:docMk/>
            <pc:sldMk cId="922111555" sldId="262"/>
            <ac:spMk id="7" creationId="{9397C484-B408-234F-EA74-0A25AEA422BC}"/>
          </ac:spMkLst>
        </pc:spChg>
        <pc:spChg chg="add mod">
          <ac:chgData name="Jaehoon Jang" userId="966c597570e402b5" providerId="LiveId" clId="{E8D2F293-2A21-43E0-8E28-9555F874D47F}" dt="2023-09-03T07:58:49.683" v="952"/>
          <ac:spMkLst>
            <pc:docMk/>
            <pc:sldMk cId="922111555" sldId="262"/>
            <ac:spMk id="8" creationId="{DC8538BE-F3B3-7EF3-D7E4-BA7A47345BEA}"/>
          </ac:spMkLst>
        </pc:spChg>
      </pc:sldChg>
      <pc:sldChg chg="addSp delSp modSp add mod">
        <pc:chgData name="Jaehoon Jang" userId="966c597570e402b5" providerId="LiveId" clId="{E8D2F293-2A21-43E0-8E28-9555F874D47F}" dt="2023-09-03T07:58:38.926" v="950" actId="207"/>
        <pc:sldMkLst>
          <pc:docMk/>
          <pc:sldMk cId="4223946441" sldId="263"/>
        </pc:sldMkLst>
        <pc:spChg chg="add del mod">
          <ac:chgData name="Jaehoon Jang" userId="966c597570e402b5" providerId="LiveId" clId="{E8D2F293-2A21-43E0-8E28-9555F874D47F}" dt="2023-09-03T07:55:30.918" v="922"/>
          <ac:spMkLst>
            <pc:docMk/>
            <pc:sldMk cId="4223946441" sldId="263"/>
            <ac:spMk id="2" creationId="{FF0F23E4-95A4-A545-C91C-A74AFAACC598}"/>
          </ac:spMkLst>
        </pc:spChg>
        <pc:spChg chg="mod">
          <ac:chgData name="Jaehoon Jang" userId="966c597570e402b5" providerId="LiveId" clId="{E8D2F293-2A21-43E0-8E28-9555F874D47F}" dt="2023-09-03T07:53:44.745" v="912"/>
          <ac:spMkLst>
            <pc:docMk/>
            <pc:sldMk cId="4223946441" sldId="263"/>
            <ac:spMk id="3" creationId="{A332A5C3-2AB5-3308-D654-BEA8BEBF64F5}"/>
          </ac:spMkLst>
        </pc:spChg>
        <pc:spChg chg="add del mod">
          <ac:chgData name="Jaehoon Jang" userId="966c597570e402b5" providerId="LiveId" clId="{E8D2F293-2A21-43E0-8E28-9555F874D47F}" dt="2023-09-03T07:53:44.310" v="911" actId="767"/>
          <ac:spMkLst>
            <pc:docMk/>
            <pc:sldMk cId="4223946441" sldId="263"/>
            <ac:spMk id="4" creationId="{336F53E5-85F4-3187-08D3-F1CA3018DD84}"/>
          </ac:spMkLst>
        </pc:spChg>
        <pc:spChg chg="mod">
          <ac:chgData name="Jaehoon Jang" userId="966c597570e402b5" providerId="LiveId" clId="{E8D2F293-2A21-43E0-8E28-9555F874D47F}" dt="2023-09-03T07:54:12.560" v="917"/>
          <ac:spMkLst>
            <pc:docMk/>
            <pc:sldMk cId="4223946441" sldId="263"/>
            <ac:spMk id="5" creationId="{9949DCBB-83D8-7002-A0DD-62573E543BA5}"/>
          </ac:spMkLst>
        </pc:spChg>
        <pc:spChg chg="mod">
          <ac:chgData name="Jaehoon Jang" userId="966c597570e402b5" providerId="LiveId" clId="{E8D2F293-2A21-43E0-8E28-9555F874D47F}" dt="2023-09-03T07:58:38.926" v="950" actId="207"/>
          <ac:spMkLst>
            <pc:docMk/>
            <pc:sldMk cId="4223946441" sldId="263"/>
            <ac:spMk id="6" creationId="{99B9CAAB-5A24-64CE-EBBE-12F549B92EDF}"/>
          </ac:spMkLst>
        </pc:spChg>
        <pc:spChg chg="mod">
          <ac:chgData name="Jaehoon Jang" userId="966c597570e402b5" providerId="LiveId" clId="{E8D2F293-2A21-43E0-8E28-9555F874D47F}" dt="2023-09-03T07:55:35.259" v="923" actId="207"/>
          <ac:spMkLst>
            <pc:docMk/>
            <pc:sldMk cId="4223946441" sldId="263"/>
            <ac:spMk id="7" creationId="{F450CDBE-FC83-2516-E0C9-D6FC1D6778B1}"/>
          </ac:spMkLst>
        </pc:spChg>
        <pc:spChg chg="add del mod">
          <ac:chgData name="Jaehoon Jang" userId="966c597570e402b5" providerId="LiveId" clId="{E8D2F293-2A21-43E0-8E28-9555F874D47F}" dt="2023-09-03T07:55:30.918" v="922"/>
          <ac:spMkLst>
            <pc:docMk/>
            <pc:sldMk cId="4223946441" sldId="263"/>
            <ac:spMk id="9" creationId="{0A41979C-F1BB-7156-D52D-C8D65A34C5EA}"/>
          </ac:spMkLst>
        </pc:spChg>
      </pc:sldChg>
      <pc:sldChg chg="addSp delSp modSp add mod ord">
        <pc:chgData name="Jaehoon Jang" userId="966c597570e402b5" providerId="LiveId" clId="{E8D2F293-2A21-43E0-8E28-9555F874D47F}" dt="2023-09-03T11:05:21.453" v="1979"/>
        <pc:sldMkLst>
          <pc:docMk/>
          <pc:sldMk cId="2037616565" sldId="264"/>
        </pc:sldMkLst>
        <pc:spChg chg="del">
          <ac:chgData name="Jaehoon Jang" userId="966c597570e402b5" providerId="LiveId" clId="{E8D2F293-2A21-43E0-8E28-9555F874D47F}" dt="2023-09-03T09:24:34.335" v="1319" actId="478"/>
          <ac:spMkLst>
            <pc:docMk/>
            <pc:sldMk cId="2037616565" sldId="264"/>
            <ac:spMk id="3" creationId="{0D9E40DF-619B-AAF6-FEBA-97BA50A7D3F1}"/>
          </ac:spMkLst>
        </pc:spChg>
        <pc:spChg chg="del">
          <ac:chgData name="Jaehoon Jang" userId="966c597570e402b5" providerId="LiveId" clId="{E8D2F293-2A21-43E0-8E28-9555F874D47F}" dt="2023-09-03T09:21:41.386" v="1096" actId="478"/>
          <ac:spMkLst>
            <pc:docMk/>
            <pc:sldMk cId="2037616565" sldId="264"/>
            <ac:spMk id="4" creationId="{4A48958C-BF5D-2811-4390-56C039D2E659}"/>
          </ac:spMkLst>
        </pc:spChg>
        <pc:spChg chg="add mod">
          <ac:chgData name="Jaehoon Jang" userId="966c597570e402b5" providerId="LiveId" clId="{E8D2F293-2A21-43E0-8E28-9555F874D47F}" dt="2023-09-03T10:02:47.798" v="1839" actId="20577"/>
          <ac:spMkLst>
            <pc:docMk/>
            <pc:sldMk cId="2037616565" sldId="264"/>
            <ac:spMk id="5" creationId="{C3D5AB51-3F79-8C09-767C-1813BE4EBE4E}"/>
          </ac:spMkLst>
        </pc:spChg>
      </pc:sldChg>
      <pc:sldChg chg="addSp delSp modSp add mod ord">
        <pc:chgData name="Jaehoon Jang" userId="966c597570e402b5" providerId="LiveId" clId="{E8D2F293-2A21-43E0-8E28-9555F874D47F}" dt="2023-09-04T18:00:39.911" v="8140" actId="403"/>
        <pc:sldMkLst>
          <pc:docMk/>
          <pc:sldMk cId="2164045047" sldId="265"/>
        </pc:sldMkLst>
        <pc:spChg chg="mod">
          <ac:chgData name="Jaehoon Jang" userId="966c597570e402b5" providerId="LiveId" clId="{E8D2F293-2A21-43E0-8E28-9555F874D47F}" dt="2023-09-03T14:25:57.687" v="3040"/>
          <ac:spMkLst>
            <pc:docMk/>
            <pc:sldMk cId="2164045047" sldId="265"/>
            <ac:spMk id="2" creationId="{6DEF6057-43C4-40FC-44C8-8FD83FEAF69F}"/>
          </ac:spMkLst>
        </pc:spChg>
        <pc:spChg chg="mod">
          <ac:chgData name="Jaehoon Jang" userId="966c597570e402b5" providerId="LiveId" clId="{E8D2F293-2A21-43E0-8E28-9555F874D47F}" dt="2023-09-04T18:00:39.911" v="8140" actId="403"/>
          <ac:spMkLst>
            <pc:docMk/>
            <pc:sldMk cId="2164045047" sldId="265"/>
            <ac:spMk id="3" creationId="{F9B10387-F5BD-7C7A-A2BB-8F036D8ADA8B}"/>
          </ac:spMkLst>
        </pc:spChg>
        <pc:spChg chg="add del">
          <ac:chgData name="Jaehoon Jang" userId="966c597570e402b5" providerId="LiveId" clId="{E8D2F293-2A21-43E0-8E28-9555F874D47F}" dt="2023-09-03T14:03:43.156" v="3034" actId="478"/>
          <ac:spMkLst>
            <pc:docMk/>
            <pc:sldMk cId="2164045047" sldId="265"/>
            <ac:spMk id="4" creationId="{965D2460-92ED-C1C9-1AD7-0C7103CCE3FA}"/>
          </ac:spMkLst>
        </pc:spChg>
        <pc:spChg chg="add del mod">
          <ac:chgData name="Jaehoon Jang" userId="966c597570e402b5" providerId="LiveId" clId="{E8D2F293-2A21-43E0-8E28-9555F874D47F}" dt="2023-09-03T14:03:51.420" v="3035" actId="478"/>
          <ac:spMkLst>
            <pc:docMk/>
            <pc:sldMk cId="2164045047" sldId="265"/>
            <ac:spMk id="5" creationId="{946343B4-48CA-18C2-A5B4-1474A9EA14A4}"/>
          </ac:spMkLst>
        </pc:spChg>
        <pc:spChg chg="add del mod">
          <ac:chgData name="Jaehoon Jang" userId="966c597570e402b5" providerId="LiveId" clId="{E8D2F293-2A21-43E0-8E28-9555F874D47F}" dt="2023-09-03T11:57:21.506" v="2098" actId="478"/>
          <ac:spMkLst>
            <pc:docMk/>
            <pc:sldMk cId="2164045047" sldId="265"/>
            <ac:spMk id="6" creationId="{6F1394A0-60BC-8364-DC67-A35AC13E8C34}"/>
          </ac:spMkLst>
        </pc:spChg>
      </pc:sldChg>
      <pc:sldChg chg="modSp add mod">
        <pc:chgData name="Jaehoon Jang" userId="966c597570e402b5" providerId="LiveId" clId="{E8D2F293-2A21-43E0-8E28-9555F874D47F}" dt="2023-09-04T18:01:02.010" v="8144" actId="403"/>
        <pc:sldMkLst>
          <pc:docMk/>
          <pc:sldMk cId="1262852822" sldId="266"/>
        </pc:sldMkLst>
        <pc:spChg chg="mod">
          <ac:chgData name="Jaehoon Jang" userId="966c597570e402b5" providerId="LiveId" clId="{E8D2F293-2A21-43E0-8E28-9555F874D47F}" dt="2023-09-03T14:30:06.472" v="3295"/>
          <ac:spMkLst>
            <pc:docMk/>
            <pc:sldMk cId="1262852822" sldId="266"/>
            <ac:spMk id="2" creationId="{6DEF6057-43C4-40FC-44C8-8FD83FEAF69F}"/>
          </ac:spMkLst>
        </pc:spChg>
        <pc:spChg chg="mod">
          <ac:chgData name="Jaehoon Jang" userId="966c597570e402b5" providerId="LiveId" clId="{E8D2F293-2A21-43E0-8E28-9555F874D47F}" dt="2023-09-04T18:01:02.010" v="8144" actId="403"/>
          <ac:spMkLst>
            <pc:docMk/>
            <pc:sldMk cId="1262852822" sldId="266"/>
            <ac:spMk id="3" creationId="{F9B10387-F5BD-7C7A-A2BB-8F036D8ADA8B}"/>
          </ac:spMkLst>
        </pc:spChg>
      </pc:sldChg>
      <pc:sldChg chg="modSp add mod ord">
        <pc:chgData name="Jaehoon Jang" userId="966c597570e402b5" providerId="LiveId" clId="{E8D2F293-2A21-43E0-8E28-9555F874D47F}" dt="2023-09-04T18:00:50.743" v="8142" actId="403"/>
        <pc:sldMkLst>
          <pc:docMk/>
          <pc:sldMk cId="455654444" sldId="267"/>
        </pc:sldMkLst>
        <pc:spChg chg="mod">
          <ac:chgData name="Jaehoon Jang" userId="966c597570e402b5" providerId="LiveId" clId="{E8D2F293-2A21-43E0-8E28-9555F874D47F}" dt="2023-09-03T14:29:45.404" v="3270"/>
          <ac:spMkLst>
            <pc:docMk/>
            <pc:sldMk cId="455654444" sldId="267"/>
            <ac:spMk id="2" creationId="{6DEF6057-43C4-40FC-44C8-8FD83FEAF69F}"/>
          </ac:spMkLst>
        </pc:spChg>
        <pc:spChg chg="mod">
          <ac:chgData name="Jaehoon Jang" userId="966c597570e402b5" providerId="LiveId" clId="{E8D2F293-2A21-43E0-8E28-9555F874D47F}" dt="2023-09-04T18:00:50.743" v="8142" actId="403"/>
          <ac:spMkLst>
            <pc:docMk/>
            <pc:sldMk cId="455654444" sldId="267"/>
            <ac:spMk id="3" creationId="{F9B10387-F5BD-7C7A-A2BB-8F036D8ADA8B}"/>
          </ac:spMkLst>
        </pc:spChg>
      </pc:sldChg>
      <pc:sldChg chg="modSp add mod">
        <pc:chgData name="Jaehoon Jang" userId="966c597570e402b5" providerId="LiveId" clId="{E8D2F293-2A21-43E0-8E28-9555F874D47F}" dt="2023-09-04T18:29:33.455" v="8851" actId="20577"/>
        <pc:sldMkLst>
          <pc:docMk/>
          <pc:sldMk cId="3815550179" sldId="268"/>
        </pc:sldMkLst>
        <pc:spChg chg="mod">
          <ac:chgData name="Jaehoon Jang" userId="966c597570e402b5" providerId="LiveId" clId="{E8D2F293-2A21-43E0-8E28-9555F874D47F}" dt="2023-09-03T14:32:02.889" v="3404" actId="20577"/>
          <ac:spMkLst>
            <pc:docMk/>
            <pc:sldMk cId="3815550179" sldId="268"/>
            <ac:spMk id="2" creationId="{6DEF6057-43C4-40FC-44C8-8FD83FEAF69F}"/>
          </ac:spMkLst>
        </pc:spChg>
        <pc:spChg chg="mod">
          <ac:chgData name="Jaehoon Jang" userId="966c597570e402b5" providerId="LiveId" clId="{E8D2F293-2A21-43E0-8E28-9555F874D47F}" dt="2023-09-04T18:29:33.455" v="8851" actId="20577"/>
          <ac:spMkLst>
            <pc:docMk/>
            <pc:sldMk cId="3815550179" sldId="268"/>
            <ac:spMk id="3" creationId="{F9B10387-F5BD-7C7A-A2BB-8F036D8ADA8B}"/>
          </ac:spMkLst>
        </pc:spChg>
      </pc:sldChg>
      <pc:sldChg chg="modSp add mod">
        <pc:chgData name="Jaehoon Jang" userId="966c597570e402b5" providerId="LiveId" clId="{E8D2F293-2A21-43E0-8E28-9555F874D47F}" dt="2023-09-04T19:23:57.255" v="9207" actId="166"/>
        <pc:sldMkLst>
          <pc:docMk/>
          <pc:sldMk cId="569834375" sldId="269"/>
        </pc:sldMkLst>
        <pc:spChg chg="mod">
          <ac:chgData name="Jaehoon Jang" userId="966c597570e402b5" providerId="LiveId" clId="{E8D2F293-2A21-43E0-8E28-9555F874D47F}" dt="2023-09-03T15:34:18.425" v="4150" actId="20577"/>
          <ac:spMkLst>
            <pc:docMk/>
            <pc:sldMk cId="569834375" sldId="269"/>
            <ac:spMk id="2" creationId="{6DEF6057-43C4-40FC-44C8-8FD83FEAF69F}"/>
          </ac:spMkLst>
        </pc:spChg>
        <pc:spChg chg="mod ord">
          <ac:chgData name="Jaehoon Jang" userId="966c597570e402b5" providerId="LiveId" clId="{E8D2F293-2A21-43E0-8E28-9555F874D47F}" dt="2023-09-04T19:23:57.255" v="9207" actId="166"/>
          <ac:spMkLst>
            <pc:docMk/>
            <pc:sldMk cId="569834375" sldId="269"/>
            <ac:spMk id="3" creationId="{F9B10387-F5BD-7C7A-A2BB-8F036D8ADA8B}"/>
          </ac:spMkLst>
        </pc:spChg>
      </pc:sldChg>
      <pc:sldChg chg="modSp add mod">
        <pc:chgData name="Jaehoon Jang" userId="966c597570e402b5" providerId="LiveId" clId="{E8D2F293-2A21-43E0-8E28-9555F874D47F}" dt="2023-09-04T20:20:55.150" v="10102" actId="20577"/>
        <pc:sldMkLst>
          <pc:docMk/>
          <pc:sldMk cId="3308339207" sldId="270"/>
        </pc:sldMkLst>
        <pc:spChg chg="mod">
          <ac:chgData name="Jaehoon Jang" userId="966c597570e402b5" providerId="LiveId" clId="{E8D2F293-2A21-43E0-8E28-9555F874D47F}" dt="2023-09-03T16:19:03.963" v="4674" actId="20577"/>
          <ac:spMkLst>
            <pc:docMk/>
            <pc:sldMk cId="3308339207" sldId="270"/>
            <ac:spMk id="2" creationId="{6DEF6057-43C4-40FC-44C8-8FD83FEAF69F}"/>
          </ac:spMkLst>
        </pc:spChg>
        <pc:spChg chg="mod ord">
          <ac:chgData name="Jaehoon Jang" userId="966c597570e402b5" providerId="LiveId" clId="{E8D2F293-2A21-43E0-8E28-9555F874D47F}" dt="2023-09-04T20:20:55.150" v="10102" actId="20577"/>
          <ac:spMkLst>
            <pc:docMk/>
            <pc:sldMk cId="3308339207" sldId="270"/>
            <ac:spMk id="3" creationId="{F9B10387-F5BD-7C7A-A2BB-8F036D8ADA8B}"/>
          </ac:spMkLst>
        </pc:spChg>
      </pc:sldChg>
      <pc:sldChg chg="modSp add mod">
        <pc:chgData name="Jaehoon Jang" userId="966c597570e402b5" providerId="LiveId" clId="{E8D2F293-2A21-43E0-8E28-9555F874D47F}" dt="2023-09-04T20:23:09.983" v="10185" actId="20577"/>
        <pc:sldMkLst>
          <pc:docMk/>
          <pc:sldMk cId="2735773521" sldId="271"/>
        </pc:sldMkLst>
        <pc:spChg chg="mod">
          <ac:chgData name="Jaehoon Jang" userId="966c597570e402b5" providerId="LiveId" clId="{E8D2F293-2A21-43E0-8E28-9555F874D47F}" dt="2023-09-03T16:35:43.037" v="4834" actId="20577"/>
          <ac:spMkLst>
            <pc:docMk/>
            <pc:sldMk cId="2735773521" sldId="271"/>
            <ac:spMk id="2" creationId="{6DEF6057-43C4-40FC-44C8-8FD83FEAF69F}"/>
          </ac:spMkLst>
        </pc:spChg>
        <pc:spChg chg="mod">
          <ac:chgData name="Jaehoon Jang" userId="966c597570e402b5" providerId="LiveId" clId="{E8D2F293-2A21-43E0-8E28-9555F874D47F}" dt="2023-09-04T20:23:09.983" v="10185" actId="20577"/>
          <ac:spMkLst>
            <pc:docMk/>
            <pc:sldMk cId="2735773521" sldId="271"/>
            <ac:spMk id="3" creationId="{F9B10387-F5BD-7C7A-A2BB-8F036D8ADA8B}"/>
          </ac:spMkLst>
        </pc:spChg>
      </pc:sldChg>
      <pc:sldChg chg="modSp add mod">
        <pc:chgData name="Jaehoon Jang" userId="966c597570e402b5" providerId="LiveId" clId="{E8D2F293-2A21-43E0-8E28-9555F874D47F}" dt="2023-09-04T20:26:34.862" v="10187" actId="403"/>
        <pc:sldMkLst>
          <pc:docMk/>
          <pc:sldMk cId="1310568567" sldId="272"/>
        </pc:sldMkLst>
        <pc:spChg chg="mod">
          <ac:chgData name="Jaehoon Jang" userId="966c597570e402b5" providerId="LiveId" clId="{E8D2F293-2A21-43E0-8E28-9555F874D47F}" dt="2023-09-03T16:43:12.358" v="5021"/>
          <ac:spMkLst>
            <pc:docMk/>
            <pc:sldMk cId="1310568567" sldId="272"/>
            <ac:spMk id="2" creationId="{6DEF6057-43C4-40FC-44C8-8FD83FEAF69F}"/>
          </ac:spMkLst>
        </pc:spChg>
        <pc:spChg chg="mod">
          <ac:chgData name="Jaehoon Jang" userId="966c597570e402b5" providerId="LiveId" clId="{E8D2F293-2A21-43E0-8E28-9555F874D47F}" dt="2023-09-04T20:26:34.862" v="10187" actId="403"/>
          <ac:spMkLst>
            <pc:docMk/>
            <pc:sldMk cId="1310568567" sldId="272"/>
            <ac:spMk id="3" creationId="{F9B10387-F5BD-7C7A-A2BB-8F036D8ADA8B}"/>
          </ac:spMkLst>
        </pc:spChg>
      </pc:sldChg>
      <pc:sldChg chg="modSp add mod">
        <pc:chgData name="Jaehoon Jang" userId="966c597570e402b5" providerId="LiveId" clId="{E8D2F293-2A21-43E0-8E28-9555F874D47F}" dt="2023-09-04T20:26:40.099" v="10189" actId="403"/>
        <pc:sldMkLst>
          <pc:docMk/>
          <pc:sldMk cId="3015882595" sldId="273"/>
        </pc:sldMkLst>
        <pc:spChg chg="mod">
          <ac:chgData name="Jaehoon Jang" userId="966c597570e402b5" providerId="LiveId" clId="{E8D2F293-2A21-43E0-8E28-9555F874D47F}" dt="2023-09-03T16:43:56.460" v="5040" actId="20577"/>
          <ac:spMkLst>
            <pc:docMk/>
            <pc:sldMk cId="3015882595" sldId="273"/>
            <ac:spMk id="2" creationId="{6DEF6057-43C4-40FC-44C8-8FD83FEAF69F}"/>
          </ac:spMkLst>
        </pc:spChg>
        <pc:spChg chg="mod">
          <ac:chgData name="Jaehoon Jang" userId="966c597570e402b5" providerId="LiveId" clId="{E8D2F293-2A21-43E0-8E28-9555F874D47F}" dt="2023-09-04T20:26:40.099" v="10189" actId="403"/>
          <ac:spMkLst>
            <pc:docMk/>
            <pc:sldMk cId="3015882595" sldId="273"/>
            <ac:spMk id="3" creationId="{F9B10387-F5BD-7C7A-A2BB-8F036D8ADA8B}"/>
          </ac:spMkLst>
        </pc:spChg>
      </pc:sldChg>
      <pc:sldChg chg="modSp add mod">
        <pc:chgData name="Jaehoon Jang" userId="966c597570e402b5" providerId="LiveId" clId="{E8D2F293-2A21-43E0-8E28-9555F874D47F}" dt="2023-09-04T20:26:44.878" v="10191" actId="403"/>
        <pc:sldMkLst>
          <pc:docMk/>
          <pc:sldMk cId="592493601" sldId="274"/>
        </pc:sldMkLst>
        <pc:spChg chg="mod">
          <ac:chgData name="Jaehoon Jang" userId="966c597570e402b5" providerId="LiveId" clId="{E8D2F293-2A21-43E0-8E28-9555F874D47F}" dt="2023-09-03T16:45:07.232" v="5066"/>
          <ac:spMkLst>
            <pc:docMk/>
            <pc:sldMk cId="592493601" sldId="274"/>
            <ac:spMk id="2" creationId="{6DEF6057-43C4-40FC-44C8-8FD83FEAF69F}"/>
          </ac:spMkLst>
        </pc:spChg>
        <pc:spChg chg="mod">
          <ac:chgData name="Jaehoon Jang" userId="966c597570e402b5" providerId="LiveId" clId="{E8D2F293-2A21-43E0-8E28-9555F874D47F}" dt="2023-09-04T20:26:44.878" v="10191" actId="403"/>
          <ac:spMkLst>
            <pc:docMk/>
            <pc:sldMk cId="592493601" sldId="274"/>
            <ac:spMk id="3" creationId="{F9B10387-F5BD-7C7A-A2BB-8F036D8ADA8B}"/>
          </ac:spMkLst>
        </pc:spChg>
      </pc:sldChg>
    </pc:docChg>
  </pc:docChgLst>
  <pc:docChgLst>
    <pc:chgData name="Jang Jaehoon" userId="966c597570e402b5" providerId="LiveId" clId="{2EA06F37-506F-46C4-A38F-05B7894EF9D9}"/>
    <pc:docChg chg="undo redo custSel addSld modSld sldOrd">
      <pc:chgData name="Jang Jaehoon" userId="966c597570e402b5" providerId="LiveId" clId="{2EA06F37-506F-46C4-A38F-05B7894EF9D9}" dt="2023-04-17T02:01:15.098" v="248" actId="404"/>
      <pc:docMkLst>
        <pc:docMk/>
      </pc:docMkLst>
      <pc:sldChg chg="addSp delSp modSp mod ord">
        <pc:chgData name="Jang Jaehoon" userId="966c597570e402b5" providerId="LiveId" clId="{2EA06F37-506F-46C4-A38F-05B7894EF9D9}" dt="2023-04-16T16:45:37.879" v="105" actId="1076"/>
        <pc:sldMkLst>
          <pc:docMk/>
          <pc:sldMk cId="1837623837" sldId="256"/>
        </pc:sldMkLst>
        <pc:spChg chg="del">
          <ac:chgData name="Jang Jaehoon" userId="966c597570e402b5" providerId="LiveId" clId="{2EA06F37-506F-46C4-A38F-05B7894EF9D9}" dt="2023-04-16T12:05:24.302" v="53" actId="478"/>
          <ac:spMkLst>
            <pc:docMk/>
            <pc:sldMk cId="1837623837" sldId="256"/>
            <ac:spMk id="4" creationId="{8329BB96-3DE1-3106-97E0-70C14AF8A358}"/>
          </ac:spMkLst>
        </pc:spChg>
        <pc:picChg chg="add mod modCrop">
          <ac:chgData name="Jang Jaehoon" userId="966c597570e402b5" providerId="LiveId" clId="{2EA06F37-506F-46C4-A38F-05B7894EF9D9}" dt="2023-04-16T16:45:37.879" v="105" actId="1076"/>
          <ac:picMkLst>
            <pc:docMk/>
            <pc:sldMk cId="1837623837" sldId="256"/>
            <ac:picMk id="3" creationId="{27D64DB4-0EE0-A0BA-96DC-8A20D3309407}"/>
          </ac:picMkLst>
        </pc:picChg>
        <pc:picChg chg="add del mod">
          <ac:chgData name="Jang Jaehoon" userId="966c597570e402b5" providerId="LiveId" clId="{2EA06F37-506F-46C4-A38F-05B7894EF9D9}" dt="2023-04-16T12:03:34.813" v="29" actId="21"/>
          <ac:picMkLst>
            <pc:docMk/>
            <pc:sldMk cId="1837623837" sldId="256"/>
            <ac:picMk id="6" creationId="{3402B92A-F590-C143-5FB5-3FB93BEAAA9B}"/>
          </ac:picMkLst>
        </pc:picChg>
        <pc:picChg chg="add mod">
          <ac:chgData name="Jang Jaehoon" userId="966c597570e402b5" providerId="LiveId" clId="{2EA06F37-506F-46C4-A38F-05B7894EF9D9}" dt="2023-04-16T16:45:35.119" v="104" actId="1076"/>
          <ac:picMkLst>
            <pc:docMk/>
            <pc:sldMk cId="1837623837" sldId="256"/>
            <ac:picMk id="8" creationId="{92807AFA-B612-7284-8715-4BA7ED6C3855}"/>
          </ac:picMkLst>
        </pc:picChg>
      </pc:sldChg>
      <pc:sldChg chg="addSp delSp modSp add mod">
        <pc:chgData name="Jang Jaehoon" userId="966c597570e402b5" providerId="LiveId" clId="{2EA06F37-506F-46C4-A38F-05B7894EF9D9}" dt="2023-04-16T12:05:21.929" v="52" actId="1076"/>
        <pc:sldMkLst>
          <pc:docMk/>
          <pc:sldMk cId="1207259508" sldId="257"/>
        </pc:sldMkLst>
        <pc:spChg chg="del">
          <ac:chgData name="Jang Jaehoon" userId="966c597570e402b5" providerId="LiveId" clId="{2EA06F37-506F-46C4-A38F-05B7894EF9D9}" dt="2023-04-16T12:05:18.742" v="51" actId="478"/>
          <ac:spMkLst>
            <pc:docMk/>
            <pc:sldMk cId="1207259508" sldId="257"/>
            <ac:spMk id="4" creationId="{8329BB96-3DE1-3106-97E0-70C14AF8A358}"/>
          </ac:spMkLst>
        </pc:spChg>
        <pc:picChg chg="add mod modCrop">
          <ac:chgData name="Jang Jaehoon" userId="966c597570e402b5" providerId="LiveId" clId="{2EA06F37-506F-46C4-A38F-05B7894EF9D9}" dt="2023-04-16T12:05:21.929" v="52" actId="1076"/>
          <ac:picMkLst>
            <pc:docMk/>
            <pc:sldMk cId="1207259508" sldId="257"/>
            <ac:picMk id="2" creationId="{A058E57D-F4A1-E5E4-2D89-D93DE5FDA6B4}"/>
          </ac:picMkLst>
        </pc:picChg>
        <pc:picChg chg="del">
          <ac:chgData name="Jang Jaehoon" userId="966c597570e402b5" providerId="LiveId" clId="{2EA06F37-506F-46C4-A38F-05B7894EF9D9}" dt="2023-04-16T12:03:42.563" v="31" actId="478"/>
          <ac:picMkLst>
            <pc:docMk/>
            <pc:sldMk cId="1207259508" sldId="257"/>
            <ac:picMk id="3" creationId="{27D64DB4-0EE0-A0BA-96DC-8A20D3309407}"/>
          </ac:picMkLst>
        </pc:picChg>
      </pc:sldChg>
      <pc:sldChg chg="delSp add mod">
        <pc:chgData name="Jang Jaehoon" userId="966c597570e402b5" providerId="LiveId" clId="{2EA06F37-506F-46C4-A38F-05B7894EF9D9}" dt="2023-04-16T12:05:06.228" v="50" actId="478"/>
        <pc:sldMkLst>
          <pc:docMk/>
          <pc:sldMk cId="493904563" sldId="258"/>
        </pc:sldMkLst>
        <pc:picChg chg="del">
          <ac:chgData name="Jang Jaehoon" userId="966c597570e402b5" providerId="LiveId" clId="{2EA06F37-506F-46C4-A38F-05B7894EF9D9}" dt="2023-04-16T12:05:06.228" v="50" actId="478"/>
          <ac:picMkLst>
            <pc:docMk/>
            <pc:sldMk cId="493904563" sldId="258"/>
            <ac:picMk id="2" creationId="{A058E57D-F4A1-E5E4-2D89-D93DE5FDA6B4}"/>
          </ac:picMkLst>
        </pc:picChg>
      </pc:sldChg>
      <pc:sldChg chg="addSp delSp modSp new mod">
        <pc:chgData name="Jang Jaehoon" userId="966c597570e402b5" providerId="LiveId" clId="{2EA06F37-506F-46C4-A38F-05B7894EF9D9}" dt="2023-04-16T12:10:47.516" v="96" actId="1076"/>
        <pc:sldMkLst>
          <pc:docMk/>
          <pc:sldMk cId="770770787" sldId="259"/>
        </pc:sldMkLst>
        <pc:spChg chg="mod">
          <ac:chgData name="Jang Jaehoon" userId="966c597570e402b5" providerId="LiveId" clId="{2EA06F37-506F-46C4-A38F-05B7894EF9D9}" dt="2023-04-16T12:08:08.843" v="85" actId="2711"/>
          <ac:spMkLst>
            <pc:docMk/>
            <pc:sldMk cId="770770787" sldId="259"/>
            <ac:spMk id="2" creationId="{BBB78AAF-E807-4212-E6D0-D30A2C77C349}"/>
          </ac:spMkLst>
        </pc:spChg>
        <pc:spChg chg="del">
          <ac:chgData name="Jang Jaehoon" userId="966c597570e402b5" providerId="LiveId" clId="{2EA06F37-506F-46C4-A38F-05B7894EF9D9}" dt="2023-04-16T12:09:56.295" v="86" actId="931"/>
          <ac:spMkLst>
            <pc:docMk/>
            <pc:sldMk cId="770770787" sldId="259"/>
            <ac:spMk id="3" creationId="{D43BB550-E0CF-158B-3229-5EFAB6E89D15}"/>
          </ac:spMkLst>
        </pc:spChg>
        <pc:graphicFrameChg chg="add mod ord modGraphic">
          <ac:chgData name="Jang Jaehoon" userId="966c597570e402b5" providerId="LiveId" clId="{2EA06F37-506F-46C4-A38F-05B7894EF9D9}" dt="2023-04-16T12:10:47.516" v="96" actId="1076"/>
          <ac:graphicFrameMkLst>
            <pc:docMk/>
            <pc:sldMk cId="770770787" sldId="259"/>
            <ac:graphicFrameMk id="4" creationId="{9F1D6B8E-1CA9-BB06-6C47-ED76E1948776}"/>
          </ac:graphicFrameMkLst>
        </pc:graphicFrameChg>
      </pc:sldChg>
      <pc:sldChg chg="addSp delSp modSp new mod ord setBg">
        <pc:chgData name="Jang Jaehoon" userId="966c597570e402b5" providerId="LiveId" clId="{2EA06F37-506F-46C4-A38F-05B7894EF9D9}" dt="2023-04-17T02:01:15.098" v="248" actId="404"/>
        <pc:sldMkLst>
          <pc:docMk/>
          <pc:sldMk cId="132150788" sldId="260"/>
        </pc:sldMkLst>
        <pc:spChg chg="mod ord">
          <ac:chgData name="Jang Jaehoon" userId="966c597570e402b5" providerId="LiveId" clId="{2EA06F37-506F-46C4-A38F-05B7894EF9D9}" dt="2023-04-17T02:01:15.098" v="248" actId="404"/>
          <ac:spMkLst>
            <pc:docMk/>
            <pc:sldMk cId="132150788" sldId="260"/>
            <ac:spMk id="2" creationId="{8C76EDEA-5B0F-33AC-4166-72DB5DC6BED0}"/>
          </ac:spMkLst>
        </pc:spChg>
        <pc:spChg chg="del">
          <ac:chgData name="Jang Jaehoon" userId="966c597570e402b5" providerId="LiveId" clId="{2EA06F37-506F-46C4-A38F-05B7894EF9D9}" dt="2023-04-17T01:58:13.277" v="149" actId="931"/>
          <ac:spMkLst>
            <pc:docMk/>
            <pc:sldMk cId="132150788" sldId="260"/>
            <ac:spMk id="3" creationId="{40CAE2A7-0F30-75D2-C5DF-0E48929FC5DF}"/>
          </ac:spMkLst>
        </pc:spChg>
        <pc:spChg chg="add">
          <ac:chgData name="Jang Jaehoon" userId="966c597570e402b5" providerId="LiveId" clId="{2EA06F37-506F-46C4-A38F-05B7894EF9D9}" dt="2023-04-17T01:58:21.027" v="150" actId="26606"/>
          <ac:spMkLst>
            <pc:docMk/>
            <pc:sldMk cId="132150788" sldId="260"/>
            <ac:spMk id="10" creationId="{E91DC736-0EF8-4F87-9146-EBF1D2EE4D3D}"/>
          </ac:spMkLst>
        </pc:spChg>
        <pc:spChg chg="add">
          <ac:chgData name="Jang Jaehoon" userId="966c597570e402b5" providerId="LiveId" clId="{2EA06F37-506F-46C4-A38F-05B7894EF9D9}" dt="2023-04-17T01:58:21.027" v="150" actId="26606"/>
          <ac:spMkLst>
            <pc:docMk/>
            <pc:sldMk cId="132150788" sldId="260"/>
            <ac:spMk id="12" creationId="{097CD68E-23E3-4007-8847-CD0944C4F7BE}"/>
          </ac:spMkLst>
        </pc:spChg>
        <pc:spChg chg="add">
          <ac:chgData name="Jang Jaehoon" userId="966c597570e402b5" providerId="LiveId" clId="{2EA06F37-506F-46C4-A38F-05B7894EF9D9}" dt="2023-04-17T01:58:21.027" v="150" actId="26606"/>
          <ac:spMkLst>
            <pc:docMk/>
            <pc:sldMk cId="132150788" sldId="260"/>
            <ac:spMk id="14" creationId="{AF2F604E-43BE-4DC3-B983-E071523364F8}"/>
          </ac:spMkLst>
        </pc:spChg>
        <pc:spChg chg="add">
          <ac:chgData name="Jang Jaehoon" userId="966c597570e402b5" providerId="LiveId" clId="{2EA06F37-506F-46C4-A38F-05B7894EF9D9}" dt="2023-04-17T01:58:21.027" v="150" actId="26606"/>
          <ac:spMkLst>
            <pc:docMk/>
            <pc:sldMk cId="132150788" sldId="260"/>
            <ac:spMk id="16" creationId="{08C9B587-E65E-4B52-B37C-ABEBB6E87928}"/>
          </ac:spMkLst>
        </pc:spChg>
        <pc:picChg chg="add mod">
          <ac:chgData name="Jang Jaehoon" userId="966c597570e402b5" providerId="LiveId" clId="{2EA06F37-506F-46C4-A38F-05B7894EF9D9}" dt="2023-04-17T01:58:21.027" v="150" actId="26606"/>
          <ac:picMkLst>
            <pc:docMk/>
            <pc:sldMk cId="132150788" sldId="260"/>
            <ac:picMk id="5" creationId="{46329EB4-E90E-6AB7-475A-0926A02A719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6846255-96FA-F2CD-6282-C4BDD3AA63D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EFC9C9FC-3283-DBF7-C2D7-3E96CB0968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226AD903-7765-BD0D-B443-22A2BFF4B73A}"/>
              </a:ext>
            </a:extLst>
          </p:cNvPr>
          <p:cNvSpPr>
            <a:spLocks noGrp="1"/>
          </p:cNvSpPr>
          <p:nvPr>
            <p:ph type="dt" sz="half" idx="10"/>
          </p:nvPr>
        </p:nvSpPr>
        <p:spPr/>
        <p:txBody>
          <a:bodyPr/>
          <a:lstStyle/>
          <a:p>
            <a:fld id="{4C22DADE-1305-43B0-9C65-DF028DFAC8AB}" type="datetimeFigureOut">
              <a:rPr lang="ko-KR" altLang="en-US" smtClean="0"/>
              <a:t>2023-09-05(Tue)</a:t>
            </a:fld>
            <a:endParaRPr lang="ko-KR" altLang="en-US"/>
          </a:p>
        </p:txBody>
      </p:sp>
      <p:sp>
        <p:nvSpPr>
          <p:cNvPr id="5" name="바닥글 개체 틀 4">
            <a:extLst>
              <a:ext uri="{FF2B5EF4-FFF2-40B4-BE49-F238E27FC236}">
                <a16:creationId xmlns:a16="http://schemas.microsoft.com/office/drawing/2014/main" id="{9F35A688-FAE8-7AE5-7480-F5384A47D68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9B332BB-C9C5-7750-CAE6-50D909104A24}"/>
              </a:ext>
            </a:extLst>
          </p:cNvPr>
          <p:cNvSpPr>
            <a:spLocks noGrp="1"/>
          </p:cNvSpPr>
          <p:nvPr>
            <p:ph type="sldNum" sz="quarter" idx="12"/>
          </p:nvPr>
        </p:nvSpPr>
        <p:spPr/>
        <p:txBody>
          <a:bodyPr/>
          <a:lstStyle/>
          <a:p>
            <a:fld id="{39E05E35-AFFE-4AAF-920C-AFB29B713C5F}" type="slidenum">
              <a:rPr lang="ko-KR" altLang="en-US" smtClean="0"/>
              <a:t>‹#›</a:t>
            </a:fld>
            <a:endParaRPr lang="ko-KR" altLang="en-US"/>
          </a:p>
        </p:txBody>
      </p:sp>
    </p:spTree>
    <p:extLst>
      <p:ext uri="{BB962C8B-B14F-4D97-AF65-F5344CB8AC3E}">
        <p14:creationId xmlns:p14="http://schemas.microsoft.com/office/powerpoint/2010/main" val="459704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5E5B7CE-D956-06DF-2FFA-745EF139FAE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3623C104-B970-DCB6-3272-697F5FA7DA90}"/>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5CBDAB3-6B5F-6C1B-5289-6DC42231C48E}"/>
              </a:ext>
            </a:extLst>
          </p:cNvPr>
          <p:cNvSpPr>
            <a:spLocks noGrp="1"/>
          </p:cNvSpPr>
          <p:nvPr>
            <p:ph type="dt" sz="half" idx="10"/>
          </p:nvPr>
        </p:nvSpPr>
        <p:spPr/>
        <p:txBody>
          <a:bodyPr/>
          <a:lstStyle/>
          <a:p>
            <a:fld id="{4C22DADE-1305-43B0-9C65-DF028DFAC8AB}" type="datetimeFigureOut">
              <a:rPr lang="ko-KR" altLang="en-US" smtClean="0"/>
              <a:t>2023-09-05(Tue)</a:t>
            </a:fld>
            <a:endParaRPr lang="ko-KR" altLang="en-US"/>
          </a:p>
        </p:txBody>
      </p:sp>
      <p:sp>
        <p:nvSpPr>
          <p:cNvPr id="5" name="바닥글 개체 틀 4">
            <a:extLst>
              <a:ext uri="{FF2B5EF4-FFF2-40B4-BE49-F238E27FC236}">
                <a16:creationId xmlns:a16="http://schemas.microsoft.com/office/drawing/2014/main" id="{6A363A81-DCEB-74EF-F4BF-40542EC6A3A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74E7357-C493-592E-5457-5425549A435A}"/>
              </a:ext>
            </a:extLst>
          </p:cNvPr>
          <p:cNvSpPr>
            <a:spLocks noGrp="1"/>
          </p:cNvSpPr>
          <p:nvPr>
            <p:ph type="sldNum" sz="quarter" idx="12"/>
          </p:nvPr>
        </p:nvSpPr>
        <p:spPr/>
        <p:txBody>
          <a:bodyPr/>
          <a:lstStyle/>
          <a:p>
            <a:fld id="{39E05E35-AFFE-4AAF-920C-AFB29B713C5F}" type="slidenum">
              <a:rPr lang="ko-KR" altLang="en-US" smtClean="0"/>
              <a:t>‹#›</a:t>
            </a:fld>
            <a:endParaRPr lang="ko-KR" altLang="en-US"/>
          </a:p>
        </p:txBody>
      </p:sp>
    </p:spTree>
    <p:extLst>
      <p:ext uri="{BB962C8B-B14F-4D97-AF65-F5344CB8AC3E}">
        <p14:creationId xmlns:p14="http://schemas.microsoft.com/office/powerpoint/2010/main" val="4046479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0733584-FDB3-B262-0763-4204BB2E059C}"/>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72169B5B-38A7-7F64-060E-BA06142FBE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EB4621D5-F1D1-9944-EACA-2A255DF59956}"/>
              </a:ext>
            </a:extLst>
          </p:cNvPr>
          <p:cNvSpPr>
            <a:spLocks noGrp="1"/>
          </p:cNvSpPr>
          <p:nvPr>
            <p:ph type="dt" sz="half" idx="10"/>
          </p:nvPr>
        </p:nvSpPr>
        <p:spPr/>
        <p:txBody>
          <a:bodyPr/>
          <a:lstStyle/>
          <a:p>
            <a:fld id="{4C22DADE-1305-43B0-9C65-DF028DFAC8AB}" type="datetimeFigureOut">
              <a:rPr lang="ko-KR" altLang="en-US" smtClean="0"/>
              <a:t>2023-09-05(Tue)</a:t>
            </a:fld>
            <a:endParaRPr lang="ko-KR" altLang="en-US"/>
          </a:p>
        </p:txBody>
      </p:sp>
      <p:sp>
        <p:nvSpPr>
          <p:cNvPr id="5" name="바닥글 개체 틀 4">
            <a:extLst>
              <a:ext uri="{FF2B5EF4-FFF2-40B4-BE49-F238E27FC236}">
                <a16:creationId xmlns:a16="http://schemas.microsoft.com/office/drawing/2014/main" id="{3D6AF552-EADA-7DC2-0524-BD0C210779A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23158C3-5506-D5C8-EFDF-ED74DF419109}"/>
              </a:ext>
            </a:extLst>
          </p:cNvPr>
          <p:cNvSpPr>
            <a:spLocks noGrp="1"/>
          </p:cNvSpPr>
          <p:nvPr>
            <p:ph type="sldNum" sz="quarter" idx="12"/>
          </p:nvPr>
        </p:nvSpPr>
        <p:spPr/>
        <p:txBody>
          <a:bodyPr/>
          <a:lstStyle/>
          <a:p>
            <a:fld id="{39E05E35-AFFE-4AAF-920C-AFB29B713C5F}" type="slidenum">
              <a:rPr lang="ko-KR" altLang="en-US" smtClean="0"/>
              <a:t>‹#›</a:t>
            </a:fld>
            <a:endParaRPr lang="ko-KR" altLang="en-US"/>
          </a:p>
        </p:txBody>
      </p:sp>
    </p:spTree>
    <p:extLst>
      <p:ext uri="{BB962C8B-B14F-4D97-AF65-F5344CB8AC3E}">
        <p14:creationId xmlns:p14="http://schemas.microsoft.com/office/powerpoint/2010/main" val="98186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297FA6F-A373-1ED9-5F9E-13AA0833E692}"/>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5B6EC75-695B-5A4B-E313-0263E28E8798}"/>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7B7296D1-9611-088E-7779-E4941B8F9C0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BAB6756B-8449-766D-9C1A-395325354ACC}"/>
              </a:ext>
            </a:extLst>
          </p:cNvPr>
          <p:cNvSpPr>
            <a:spLocks noGrp="1"/>
          </p:cNvSpPr>
          <p:nvPr>
            <p:ph type="dt" sz="half" idx="10"/>
          </p:nvPr>
        </p:nvSpPr>
        <p:spPr/>
        <p:txBody>
          <a:bodyPr/>
          <a:lstStyle/>
          <a:p>
            <a:fld id="{4C22DADE-1305-43B0-9C65-DF028DFAC8AB}" type="datetimeFigureOut">
              <a:rPr lang="ko-KR" altLang="en-US" smtClean="0"/>
              <a:t>2023-09-05(Tue)</a:t>
            </a:fld>
            <a:endParaRPr lang="ko-KR" altLang="en-US"/>
          </a:p>
        </p:txBody>
      </p:sp>
      <p:sp>
        <p:nvSpPr>
          <p:cNvPr id="6" name="바닥글 개체 틀 5">
            <a:extLst>
              <a:ext uri="{FF2B5EF4-FFF2-40B4-BE49-F238E27FC236}">
                <a16:creationId xmlns:a16="http://schemas.microsoft.com/office/drawing/2014/main" id="{C86B6CE1-D417-0AD3-48C6-E08A164C24DD}"/>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9C8F6FF-01A6-01DE-4DB3-BF804786B732}"/>
              </a:ext>
            </a:extLst>
          </p:cNvPr>
          <p:cNvSpPr>
            <a:spLocks noGrp="1"/>
          </p:cNvSpPr>
          <p:nvPr>
            <p:ph type="sldNum" sz="quarter" idx="12"/>
          </p:nvPr>
        </p:nvSpPr>
        <p:spPr/>
        <p:txBody>
          <a:bodyPr/>
          <a:lstStyle/>
          <a:p>
            <a:fld id="{39E05E35-AFFE-4AAF-920C-AFB29B713C5F}" type="slidenum">
              <a:rPr lang="ko-KR" altLang="en-US" smtClean="0"/>
              <a:t>‹#›</a:t>
            </a:fld>
            <a:endParaRPr lang="ko-KR" altLang="en-US"/>
          </a:p>
        </p:txBody>
      </p:sp>
    </p:spTree>
    <p:extLst>
      <p:ext uri="{BB962C8B-B14F-4D97-AF65-F5344CB8AC3E}">
        <p14:creationId xmlns:p14="http://schemas.microsoft.com/office/powerpoint/2010/main" val="2454950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D66FA6B-0F88-95DA-E5D4-E3679AC2C750}"/>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F8392C2A-9D49-C413-760E-89A4AFDFC3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C60A60D-9351-876C-B36B-9670BB0764A7}"/>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17C09DA-5A8C-8C21-41CF-23F35286B2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89BD9845-D7C4-3C32-610C-DDA32EE2E77E}"/>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40ADF7B8-7D5D-988A-1B28-8447D15F0293}"/>
              </a:ext>
            </a:extLst>
          </p:cNvPr>
          <p:cNvSpPr>
            <a:spLocks noGrp="1"/>
          </p:cNvSpPr>
          <p:nvPr>
            <p:ph type="dt" sz="half" idx="10"/>
          </p:nvPr>
        </p:nvSpPr>
        <p:spPr/>
        <p:txBody>
          <a:bodyPr/>
          <a:lstStyle/>
          <a:p>
            <a:fld id="{4C22DADE-1305-43B0-9C65-DF028DFAC8AB}" type="datetimeFigureOut">
              <a:rPr lang="ko-KR" altLang="en-US" smtClean="0"/>
              <a:t>2023-09-05(Tue)</a:t>
            </a:fld>
            <a:endParaRPr lang="ko-KR" altLang="en-US"/>
          </a:p>
        </p:txBody>
      </p:sp>
      <p:sp>
        <p:nvSpPr>
          <p:cNvPr id="8" name="바닥글 개체 틀 7">
            <a:extLst>
              <a:ext uri="{FF2B5EF4-FFF2-40B4-BE49-F238E27FC236}">
                <a16:creationId xmlns:a16="http://schemas.microsoft.com/office/drawing/2014/main" id="{E61B8AB5-2437-38B6-888C-8AB641100225}"/>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174AF2F-3D02-6AE4-A204-5702C2420D90}"/>
              </a:ext>
            </a:extLst>
          </p:cNvPr>
          <p:cNvSpPr>
            <a:spLocks noGrp="1"/>
          </p:cNvSpPr>
          <p:nvPr>
            <p:ph type="sldNum" sz="quarter" idx="12"/>
          </p:nvPr>
        </p:nvSpPr>
        <p:spPr/>
        <p:txBody>
          <a:bodyPr/>
          <a:lstStyle/>
          <a:p>
            <a:fld id="{39E05E35-AFFE-4AAF-920C-AFB29B713C5F}" type="slidenum">
              <a:rPr lang="ko-KR" altLang="en-US" smtClean="0"/>
              <a:t>‹#›</a:t>
            </a:fld>
            <a:endParaRPr lang="ko-KR" altLang="en-US"/>
          </a:p>
        </p:txBody>
      </p:sp>
    </p:spTree>
    <p:extLst>
      <p:ext uri="{BB962C8B-B14F-4D97-AF65-F5344CB8AC3E}">
        <p14:creationId xmlns:p14="http://schemas.microsoft.com/office/powerpoint/2010/main" val="1747097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28C99C8-E708-5B4C-13B4-854477CC390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8DE545D1-775D-CE06-D4D5-2259D5FC3994}"/>
              </a:ext>
            </a:extLst>
          </p:cNvPr>
          <p:cNvSpPr>
            <a:spLocks noGrp="1"/>
          </p:cNvSpPr>
          <p:nvPr>
            <p:ph type="dt" sz="half" idx="10"/>
          </p:nvPr>
        </p:nvSpPr>
        <p:spPr/>
        <p:txBody>
          <a:bodyPr/>
          <a:lstStyle/>
          <a:p>
            <a:fld id="{4C22DADE-1305-43B0-9C65-DF028DFAC8AB}" type="datetimeFigureOut">
              <a:rPr lang="ko-KR" altLang="en-US" smtClean="0"/>
              <a:t>2023-09-05(Tue)</a:t>
            </a:fld>
            <a:endParaRPr lang="ko-KR" altLang="en-US"/>
          </a:p>
        </p:txBody>
      </p:sp>
      <p:sp>
        <p:nvSpPr>
          <p:cNvPr id="4" name="바닥글 개체 틀 3">
            <a:extLst>
              <a:ext uri="{FF2B5EF4-FFF2-40B4-BE49-F238E27FC236}">
                <a16:creationId xmlns:a16="http://schemas.microsoft.com/office/drawing/2014/main" id="{21544FC8-B39B-A122-1C4F-7755502C8754}"/>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DF90DEC-7BBE-4C81-D4A9-98C89BBEC580}"/>
              </a:ext>
            </a:extLst>
          </p:cNvPr>
          <p:cNvSpPr>
            <a:spLocks noGrp="1"/>
          </p:cNvSpPr>
          <p:nvPr>
            <p:ph type="sldNum" sz="quarter" idx="12"/>
          </p:nvPr>
        </p:nvSpPr>
        <p:spPr/>
        <p:txBody>
          <a:bodyPr/>
          <a:lstStyle/>
          <a:p>
            <a:fld id="{39E05E35-AFFE-4AAF-920C-AFB29B713C5F}" type="slidenum">
              <a:rPr lang="ko-KR" altLang="en-US" smtClean="0"/>
              <a:t>‹#›</a:t>
            </a:fld>
            <a:endParaRPr lang="ko-KR" altLang="en-US"/>
          </a:p>
        </p:txBody>
      </p:sp>
    </p:spTree>
    <p:extLst>
      <p:ext uri="{BB962C8B-B14F-4D97-AF65-F5344CB8AC3E}">
        <p14:creationId xmlns:p14="http://schemas.microsoft.com/office/powerpoint/2010/main" val="550473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805FDE7E-1082-EB8E-5E6F-B6C6DA1A9106}"/>
              </a:ext>
            </a:extLst>
          </p:cNvPr>
          <p:cNvSpPr>
            <a:spLocks noGrp="1"/>
          </p:cNvSpPr>
          <p:nvPr>
            <p:ph type="dt" sz="half" idx="10"/>
          </p:nvPr>
        </p:nvSpPr>
        <p:spPr/>
        <p:txBody>
          <a:bodyPr/>
          <a:lstStyle/>
          <a:p>
            <a:fld id="{4C22DADE-1305-43B0-9C65-DF028DFAC8AB}" type="datetimeFigureOut">
              <a:rPr lang="ko-KR" altLang="en-US" smtClean="0"/>
              <a:t>2023-09-05(Tue)</a:t>
            </a:fld>
            <a:endParaRPr lang="ko-KR" altLang="en-US"/>
          </a:p>
        </p:txBody>
      </p:sp>
      <p:sp>
        <p:nvSpPr>
          <p:cNvPr id="3" name="바닥글 개체 틀 2">
            <a:extLst>
              <a:ext uri="{FF2B5EF4-FFF2-40B4-BE49-F238E27FC236}">
                <a16:creationId xmlns:a16="http://schemas.microsoft.com/office/drawing/2014/main" id="{F7829393-5339-DADB-59D6-53D16EF4597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08C15484-77FF-EE97-CC71-19D27A2E7AD4}"/>
              </a:ext>
            </a:extLst>
          </p:cNvPr>
          <p:cNvSpPr>
            <a:spLocks noGrp="1"/>
          </p:cNvSpPr>
          <p:nvPr>
            <p:ph type="sldNum" sz="quarter" idx="12"/>
          </p:nvPr>
        </p:nvSpPr>
        <p:spPr/>
        <p:txBody>
          <a:bodyPr/>
          <a:lstStyle/>
          <a:p>
            <a:fld id="{39E05E35-AFFE-4AAF-920C-AFB29B713C5F}" type="slidenum">
              <a:rPr lang="ko-KR" altLang="en-US" smtClean="0"/>
              <a:t>‹#›</a:t>
            </a:fld>
            <a:endParaRPr lang="ko-KR" altLang="en-US"/>
          </a:p>
        </p:txBody>
      </p:sp>
    </p:spTree>
    <p:extLst>
      <p:ext uri="{BB962C8B-B14F-4D97-AF65-F5344CB8AC3E}">
        <p14:creationId xmlns:p14="http://schemas.microsoft.com/office/powerpoint/2010/main" val="2002580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617CEC1-6F71-3689-04E1-DD8E3F1CFA70}"/>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6582E442-B2D8-A38E-26DE-9014E75539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4503899-1733-1614-EA2C-870B448BEE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7D999943-64E8-70E1-FCB3-D978641F8682}"/>
              </a:ext>
            </a:extLst>
          </p:cNvPr>
          <p:cNvSpPr>
            <a:spLocks noGrp="1"/>
          </p:cNvSpPr>
          <p:nvPr>
            <p:ph type="dt" sz="half" idx="10"/>
          </p:nvPr>
        </p:nvSpPr>
        <p:spPr/>
        <p:txBody>
          <a:bodyPr/>
          <a:lstStyle/>
          <a:p>
            <a:fld id="{4C22DADE-1305-43B0-9C65-DF028DFAC8AB}" type="datetimeFigureOut">
              <a:rPr lang="ko-KR" altLang="en-US" smtClean="0"/>
              <a:t>2023-09-05(Tue)</a:t>
            </a:fld>
            <a:endParaRPr lang="ko-KR" altLang="en-US"/>
          </a:p>
        </p:txBody>
      </p:sp>
      <p:sp>
        <p:nvSpPr>
          <p:cNvPr id="6" name="바닥글 개체 틀 5">
            <a:extLst>
              <a:ext uri="{FF2B5EF4-FFF2-40B4-BE49-F238E27FC236}">
                <a16:creationId xmlns:a16="http://schemas.microsoft.com/office/drawing/2014/main" id="{D083C6D3-85F6-8911-FF45-A269EBB70AC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1CF9EE85-AA77-B328-58A4-9E1625144375}"/>
              </a:ext>
            </a:extLst>
          </p:cNvPr>
          <p:cNvSpPr>
            <a:spLocks noGrp="1"/>
          </p:cNvSpPr>
          <p:nvPr>
            <p:ph type="sldNum" sz="quarter" idx="12"/>
          </p:nvPr>
        </p:nvSpPr>
        <p:spPr/>
        <p:txBody>
          <a:bodyPr/>
          <a:lstStyle/>
          <a:p>
            <a:fld id="{39E05E35-AFFE-4AAF-920C-AFB29B713C5F}" type="slidenum">
              <a:rPr lang="ko-KR" altLang="en-US" smtClean="0"/>
              <a:t>‹#›</a:t>
            </a:fld>
            <a:endParaRPr lang="ko-KR" altLang="en-US"/>
          </a:p>
        </p:txBody>
      </p:sp>
    </p:spTree>
    <p:extLst>
      <p:ext uri="{BB962C8B-B14F-4D97-AF65-F5344CB8AC3E}">
        <p14:creationId xmlns:p14="http://schemas.microsoft.com/office/powerpoint/2010/main" val="2457379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DC748A2-90DC-5DAA-124D-D188A05F5C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9C94F928-F4FF-23F5-DD8C-708B636282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C7D21212-9ED0-021B-3046-896B2ACF1E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63F85DCF-4832-D663-D039-DB7D3363980F}"/>
              </a:ext>
            </a:extLst>
          </p:cNvPr>
          <p:cNvSpPr>
            <a:spLocks noGrp="1"/>
          </p:cNvSpPr>
          <p:nvPr>
            <p:ph type="dt" sz="half" idx="10"/>
          </p:nvPr>
        </p:nvSpPr>
        <p:spPr/>
        <p:txBody>
          <a:bodyPr/>
          <a:lstStyle/>
          <a:p>
            <a:fld id="{4C22DADE-1305-43B0-9C65-DF028DFAC8AB}" type="datetimeFigureOut">
              <a:rPr lang="ko-KR" altLang="en-US" smtClean="0"/>
              <a:t>2023-09-05(Tue)</a:t>
            </a:fld>
            <a:endParaRPr lang="ko-KR" altLang="en-US"/>
          </a:p>
        </p:txBody>
      </p:sp>
      <p:sp>
        <p:nvSpPr>
          <p:cNvPr id="6" name="바닥글 개체 틀 5">
            <a:extLst>
              <a:ext uri="{FF2B5EF4-FFF2-40B4-BE49-F238E27FC236}">
                <a16:creationId xmlns:a16="http://schemas.microsoft.com/office/drawing/2014/main" id="{741D31AD-4C0E-4836-1EE0-8522356718A7}"/>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2816668-F8CB-55F2-930A-F37425D0933B}"/>
              </a:ext>
            </a:extLst>
          </p:cNvPr>
          <p:cNvSpPr>
            <a:spLocks noGrp="1"/>
          </p:cNvSpPr>
          <p:nvPr>
            <p:ph type="sldNum" sz="quarter" idx="12"/>
          </p:nvPr>
        </p:nvSpPr>
        <p:spPr/>
        <p:txBody>
          <a:bodyPr/>
          <a:lstStyle/>
          <a:p>
            <a:fld id="{39E05E35-AFFE-4AAF-920C-AFB29B713C5F}" type="slidenum">
              <a:rPr lang="ko-KR" altLang="en-US" smtClean="0"/>
              <a:t>‹#›</a:t>
            </a:fld>
            <a:endParaRPr lang="ko-KR" altLang="en-US"/>
          </a:p>
        </p:txBody>
      </p:sp>
    </p:spTree>
    <p:extLst>
      <p:ext uri="{BB962C8B-B14F-4D97-AF65-F5344CB8AC3E}">
        <p14:creationId xmlns:p14="http://schemas.microsoft.com/office/powerpoint/2010/main" val="2446643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E02F4E3-24B4-11CA-8351-5495A76FFDAE}"/>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197457B2-A896-C6FF-AEE3-36921388BEBC}"/>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1C4CE26-4AB0-E651-BAEE-F3C2015B3600}"/>
              </a:ext>
            </a:extLst>
          </p:cNvPr>
          <p:cNvSpPr>
            <a:spLocks noGrp="1"/>
          </p:cNvSpPr>
          <p:nvPr>
            <p:ph type="dt" sz="half" idx="10"/>
          </p:nvPr>
        </p:nvSpPr>
        <p:spPr/>
        <p:txBody>
          <a:bodyPr/>
          <a:lstStyle/>
          <a:p>
            <a:fld id="{4C22DADE-1305-43B0-9C65-DF028DFAC8AB}" type="datetimeFigureOut">
              <a:rPr lang="ko-KR" altLang="en-US" smtClean="0"/>
              <a:t>2023-09-05(Tue)</a:t>
            </a:fld>
            <a:endParaRPr lang="ko-KR" altLang="en-US"/>
          </a:p>
        </p:txBody>
      </p:sp>
      <p:sp>
        <p:nvSpPr>
          <p:cNvPr id="5" name="바닥글 개체 틀 4">
            <a:extLst>
              <a:ext uri="{FF2B5EF4-FFF2-40B4-BE49-F238E27FC236}">
                <a16:creationId xmlns:a16="http://schemas.microsoft.com/office/drawing/2014/main" id="{D7482209-8E9B-4E00-BD00-6080D0034C5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AAFA8C1-DDAF-788A-E15C-63B7F68CC2F2}"/>
              </a:ext>
            </a:extLst>
          </p:cNvPr>
          <p:cNvSpPr>
            <a:spLocks noGrp="1"/>
          </p:cNvSpPr>
          <p:nvPr>
            <p:ph type="sldNum" sz="quarter" idx="12"/>
          </p:nvPr>
        </p:nvSpPr>
        <p:spPr/>
        <p:txBody>
          <a:bodyPr/>
          <a:lstStyle/>
          <a:p>
            <a:fld id="{39E05E35-AFFE-4AAF-920C-AFB29B713C5F}" type="slidenum">
              <a:rPr lang="ko-KR" altLang="en-US" smtClean="0"/>
              <a:t>‹#›</a:t>
            </a:fld>
            <a:endParaRPr lang="ko-KR" altLang="en-US"/>
          </a:p>
        </p:txBody>
      </p:sp>
    </p:spTree>
    <p:extLst>
      <p:ext uri="{BB962C8B-B14F-4D97-AF65-F5344CB8AC3E}">
        <p14:creationId xmlns:p14="http://schemas.microsoft.com/office/powerpoint/2010/main" val="840209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21B06963-9821-8E71-C8D8-2B7DF09CC57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79178AF1-CE27-9B55-A6E0-E5DEFD6C9BAC}"/>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231F4E9-BE61-285A-6C42-7A3B9268107E}"/>
              </a:ext>
            </a:extLst>
          </p:cNvPr>
          <p:cNvSpPr>
            <a:spLocks noGrp="1"/>
          </p:cNvSpPr>
          <p:nvPr>
            <p:ph type="dt" sz="half" idx="10"/>
          </p:nvPr>
        </p:nvSpPr>
        <p:spPr/>
        <p:txBody>
          <a:bodyPr/>
          <a:lstStyle/>
          <a:p>
            <a:fld id="{4C22DADE-1305-43B0-9C65-DF028DFAC8AB}" type="datetimeFigureOut">
              <a:rPr lang="ko-KR" altLang="en-US" smtClean="0"/>
              <a:t>2023-09-05(Tue)</a:t>
            </a:fld>
            <a:endParaRPr lang="ko-KR" altLang="en-US"/>
          </a:p>
        </p:txBody>
      </p:sp>
      <p:sp>
        <p:nvSpPr>
          <p:cNvPr id="5" name="바닥글 개체 틀 4">
            <a:extLst>
              <a:ext uri="{FF2B5EF4-FFF2-40B4-BE49-F238E27FC236}">
                <a16:creationId xmlns:a16="http://schemas.microsoft.com/office/drawing/2014/main" id="{D4F21BA4-0822-1E8E-A9FB-7FCAD278FDB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AD77561-958D-F6F0-ADFA-ECAF7F527244}"/>
              </a:ext>
            </a:extLst>
          </p:cNvPr>
          <p:cNvSpPr>
            <a:spLocks noGrp="1"/>
          </p:cNvSpPr>
          <p:nvPr>
            <p:ph type="sldNum" sz="quarter" idx="12"/>
          </p:nvPr>
        </p:nvSpPr>
        <p:spPr/>
        <p:txBody>
          <a:bodyPr/>
          <a:lstStyle/>
          <a:p>
            <a:fld id="{39E05E35-AFFE-4AAF-920C-AFB29B713C5F}" type="slidenum">
              <a:rPr lang="ko-KR" altLang="en-US" smtClean="0"/>
              <a:t>‹#›</a:t>
            </a:fld>
            <a:endParaRPr lang="ko-KR" altLang="en-US"/>
          </a:p>
        </p:txBody>
      </p:sp>
    </p:spTree>
    <p:extLst>
      <p:ext uri="{BB962C8B-B14F-4D97-AF65-F5344CB8AC3E}">
        <p14:creationId xmlns:p14="http://schemas.microsoft.com/office/powerpoint/2010/main" val="88381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5C85CAE8-4231-A4D8-ACCF-43D9300B10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8BAFEC4C-C7D5-8093-709B-AD29343234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57C525B1-A848-38ED-CB02-545758FF1A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22DADE-1305-43B0-9C65-DF028DFAC8AB}" type="datetimeFigureOut">
              <a:rPr lang="ko-KR" altLang="en-US" smtClean="0"/>
              <a:t>2023-09-05(Tue)</a:t>
            </a:fld>
            <a:endParaRPr lang="ko-KR" altLang="en-US"/>
          </a:p>
        </p:txBody>
      </p:sp>
      <p:sp>
        <p:nvSpPr>
          <p:cNvPr id="5" name="바닥글 개체 틀 4">
            <a:extLst>
              <a:ext uri="{FF2B5EF4-FFF2-40B4-BE49-F238E27FC236}">
                <a16:creationId xmlns:a16="http://schemas.microsoft.com/office/drawing/2014/main" id="{3921498B-3D58-BDF1-A653-C270AC77F7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5EA16CDE-E2A3-3773-FC16-EB5C24D495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E05E35-AFFE-4AAF-920C-AFB29B713C5F}" type="slidenum">
              <a:rPr lang="ko-KR" altLang="en-US" smtClean="0"/>
              <a:t>‹#›</a:t>
            </a:fld>
            <a:endParaRPr lang="ko-KR" altLang="en-US"/>
          </a:p>
        </p:txBody>
      </p:sp>
    </p:spTree>
    <p:extLst>
      <p:ext uri="{BB962C8B-B14F-4D97-AF65-F5344CB8AC3E}">
        <p14:creationId xmlns:p14="http://schemas.microsoft.com/office/powerpoint/2010/main" val="3944705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1">
            <a:extLst>
              <a:ext uri="{FF2B5EF4-FFF2-40B4-BE49-F238E27FC236}">
                <a16:creationId xmlns:a16="http://schemas.microsoft.com/office/drawing/2014/main" id="{99B9CAAB-5A24-64CE-EBBE-12F549B92EDF}"/>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r>
              <a:rPr lang="en-US" altLang="ko-KR" sz="6600" dirty="0">
                <a:latin typeface="Eras Bold ITC" panose="020B0907030504020204" pitchFamily="34" charset="0"/>
                <a:ea typeface="Ebrima" panose="02000000000000000000" pitchFamily="2" charset="0"/>
                <a:cs typeface="Ebrima" panose="02000000000000000000" pitchFamily="2" charset="0"/>
              </a:rPr>
              <a:t>Spicy</a:t>
            </a:r>
            <a:r>
              <a:rPr lang="ko-KR" altLang="en-US" sz="6600" dirty="0">
                <a:latin typeface="Eras Bold ITC" panose="020B0907030504020204" pitchFamily="34" charset="0"/>
                <a:ea typeface="10X10" panose="020D0604000000000000" pitchFamily="34" charset="-127"/>
                <a:cs typeface="Dubai" panose="020B0503030403030204" pitchFamily="34" charset="-78"/>
              </a:rPr>
              <a:t> </a:t>
            </a:r>
            <a:r>
              <a:rPr lang="en-US" altLang="ko-KR" sz="6600" dirty="0">
                <a:latin typeface="Eras Bold ITC" panose="020B0907030504020204" pitchFamily="34" charset="0"/>
                <a:ea typeface="10X10" panose="020D0604000000000000" pitchFamily="34" charset="-127"/>
                <a:cs typeface="Dubai" panose="020B0503030403030204" pitchFamily="34" charset="-78"/>
              </a:rPr>
              <a:t>Jump</a:t>
            </a:r>
            <a:endParaRPr lang="ko-KR" altLang="en-US" sz="6600" dirty="0">
              <a:latin typeface="Gill Sans Ultra Bold" panose="020B0A02020104020203" pitchFamily="34" charset="0"/>
              <a:ea typeface="10X10" panose="020D0604000000000000" pitchFamily="34" charset="-127"/>
              <a:cs typeface="Dubai" panose="020B0503030403030204" pitchFamily="34" charset="-78"/>
            </a:endParaRPr>
          </a:p>
        </p:txBody>
      </p:sp>
      <p:sp>
        <p:nvSpPr>
          <p:cNvPr id="10" name="자유형: 도형 9">
            <a:extLst>
              <a:ext uri="{FF2B5EF4-FFF2-40B4-BE49-F238E27FC236}">
                <a16:creationId xmlns:a16="http://schemas.microsoft.com/office/drawing/2014/main" id="{D68D62BD-55F4-66E3-AED1-5EEEBF2B733A}"/>
              </a:ext>
            </a:extLst>
          </p:cNvPr>
          <p:cNvSpPr/>
          <p:nvPr/>
        </p:nvSpPr>
        <p:spPr>
          <a:xfrm>
            <a:off x="0" y="0"/>
            <a:ext cx="12192000" cy="6858000"/>
          </a:xfrm>
          <a:custGeom>
            <a:avLst/>
            <a:gdLst>
              <a:gd name="connsiteX0" fmla="*/ 381053 w 12192000"/>
              <a:gd name="connsiteY0" fmla="*/ 252663 h 6858000"/>
              <a:gd name="connsiteX1" fmla="*/ 240632 w 12192000"/>
              <a:gd name="connsiteY1" fmla="*/ 393084 h 6858000"/>
              <a:gd name="connsiteX2" fmla="*/ 240632 w 12192000"/>
              <a:gd name="connsiteY2" fmla="*/ 6494994 h 6858000"/>
              <a:gd name="connsiteX3" fmla="*/ 381053 w 12192000"/>
              <a:gd name="connsiteY3" fmla="*/ 6635415 h 6858000"/>
              <a:gd name="connsiteX4" fmla="*/ 11800921 w 12192000"/>
              <a:gd name="connsiteY4" fmla="*/ 6635415 h 6858000"/>
              <a:gd name="connsiteX5" fmla="*/ 11941342 w 12192000"/>
              <a:gd name="connsiteY5" fmla="*/ 6494994 h 6858000"/>
              <a:gd name="connsiteX6" fmla="*/ 11941342 w 12192000"/>
              <a:gd name="connsiteY6" fmla="*/ 393084 h 6858000"/>
              <a:gd name="connsiteX7" fmla="*/ 11800921 w 12192000"/>
              <a:gd name="connsiteY7" fmla="*/ 252663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381053" y="252663"/>
                </a:moveTo>
                <a:cubicBezTo>
                  <a:pt x="303501" y="252663"/>
                  <a:pt x="240632" y="315532"/>
                  <a:pt x="240632" y="393084"/>
                </a:cubicBezTo>
                <a:lnTo>
                  <a:pt x="240632" y="6494994"/>
                </a:lnTo>
                <a:cubicBezTo>
                  <a:pt x="240632" y="6572546"/>
                  <a:pt x="303501" y="6635415"/>
                  <a:pt x="381053" y="6635415"/>
                </a:cubicBezTo>
                <a:lnTo>
                  <a:pt x="11800921" y="6635415"/>
                </a:lnTo>
                <a:cubicBezTo>
                  <a:pt x="11878473" y="6635415"/>
                  <a:pt x="11941342" y="6572546"/>
                  <a:pt x="11941342" y="6494994"/>
                </a:cubicBezTo>
                <a:lnTo>
                  <a:pt x="11941342" y="393084"/>
                </a:lnTo>
                <a:cubicBezTo>
                  <a:pt x="11941342" y="315532"/>
                  <a:pt x="11878473" y="252663"/>
                  <a:pt x="11800921" y="252663"/>
                </a:cubicBezTo>
                <a:close/>
                <a:moveTo>
                  <a:pt x="0" y="0"/>
                </a:moveTo>
                <a:lnTo>
                  <a:pt x="12192000" y="0"/>
                </a:lnTo>
                <a:lnTo>
                  <a:pt x="12192000" y="6858000"/>
                </a:lnTo>
                <a:lnTo>
                  <a:pt x="0" y="685800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Tree>
    <p:extLst>
      <p:ext uri="{BB962C8B-B14F-4D97-AF65-F5344CB8AC3E}">
        <p14:creationId xmlns:p14="http://schemas.microsoft.com/office/powerpoint/2010/main" val="770770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1">
            <a:extLst>
              <a:ext uri="{FF2B5EF4-FFF2-40B4-BE49-F238E27FC236}">
                <a16:creationId xmlns:a16="http://schemas.microsoft.com/office/drawing/2014/main" id="{99B9CAAB-5A24-64CE-EBBE-12F549B92EDF}"/>
              </a:ext>
            </a:extLst>
          </p:cNvPr>
          <p:cNvSpPr txBox="1">
            <a:spLocks/>
          </p:cNvSpPr>
          <p:nvPr/>
        </p:nvSpPr>
        <p:spPr>
          <a:xfrm>
            <a:off x="838200" y="365125"/>
            <a:ext cx="10515600" cy="1325563"/>
          </a:xfrm>
          <a:prstGeom prst="rect">
            <a:avLst/>
          </a:prstGeom>
        </p:spPr>
        <p:txBody>
          <a:bodyPr vert="horz" lIns="0" tIns="0" rIns="0" bIns="0" rtlCol="0" anchor="ctr">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r>
              <a:rPr lang="en-US" altLang="ko-KR" sz="6600" dirty="0">
                <a:latin typeface="Eras Bold ITC" panose="020B0907030504020204" pitchFamily="34" charset="0"/>
                <a:ea typeface="Ebrima" panose="02000000000000000000" pitchFamily="2" charset="0"/>
                <a:cs typeface="Ebrima" panose="02000000000000000000" pitchFamily="2" charset="0"/>
              </a:rPr>
              <a:t>Spicy</a:t>
            </a:r>
            <a:r>
              <a:rPr lang="ko-KR" altLang="en-US" sz="6600" dirty="0">
                <a:latin typeface="Eras Bold ITC" panose="020B0907030504020204" pitchFamily="34" charset="0"/>
                <a:ea typeface="10X10" panose="020D0604000000000000" pitchFamily="34" charset="-127"/>
                <a:cs typeface="Dubai" panose="020B0503030403030204" pitchFamily="34" charset="-78"/>
              </a:rPr>
              <a:t> </a:t>
            </a:r>
            <a:r>
              <a:rPr lang="en-US" altLang="ko-KR" sz="6600" dirty="0">
                <a:latin typeface="Eras Bold ITC" panose="020B0907030504020204" pitchFamily="34" charset="0"/>
                <a:ea typeface="10X10" panose="020D0604000000000000" pitchFamily="34" charset="-127"/>
                <a:cs typeface="Dubai" panose="020B0503030403030204" pitchFamily="34" charset="-78"/>
              </a:rPr>
              <a:t>Jump</a:t>
            </a:r>
            <a:endParaRPr lang="ko-KR" altLang="en-US" sz="6600" dirty="0">
              <a:latin typeface="Gill Sans Ultra Bold" panose="020B0A02020104020203" pitchFamily="34" charset="0"/>
              <a:ea typeface="10X10" panose="020D0604000000000000" pitchFamily="34" charset="-127"/>
              <a:cs typeface="Dubai" panose="020B0503030403030204" pitchFamily="34" charset="-78"/>
            </a:endParaRPr>
          </a:p>
        </p:txBody>
      </p:sp>
      <p:sp>
        <p:nvSpPr>
          <p:cNvPr id="7" name="자유형: 도형 6">
            <a:extLst>
              <a:ext uri="{FF2B5EF4-FFF2-40B4-BE49-F238E27FC236}">
                <a16:creationId xmlns:a16="http://schemas.microsoft.com/office/drawing/2014/main" id="{F450CDBE-FC83-2516-E0C9-D6FC1D6778B1}"/>
              </a:ext>
            </a:extLst>
          </p:cNvPr>
          <p:cNvSpPr/>
          <p:nvPr/>
        </p:nvSpPr>
        <p:spPr>
          <a:xfrm>
            <a:off x="0" y="0"/>
            <a:ext cx="12192000" cy="6858000"/>
          </a:xfrm>
          <a:custGeom>
            <a:avLst/>
            <a:gdLst>
              <a:gd name="connsiteX0" fmla="*/ 381053 w 12192000"/>
              <a:gd name="connsiteY0" fmla="*/ 252663 h 6858000"/>
              <a:gd name="connsiteX1" fmla="*/ 240632 w 12192000"/>
              <a:gd name="connsiteY1" fmla="*/ 393084 h 6858000"/>
              <a:gd name="connsiteX2" fmla="*/ 240632 w 12192000"/>
              <a:gd name="connsiteY2" fmla="*/ 6494994 h 6858000"/>
              <a:gd name="connsiteX3" fmla="*/ 381053 w 12192000"/>
              <a:gd name="connsiteY3" fmla="*/ 6635415 h 6858000"/>
              <a:gd name="connsiteX4" fmla="*/ 11800921 w 12192000"/>
              <a:gd name="connsiteY4" fmla="*/ 6635415 h 6858000"/>
              <a:gd name="connsiteX5" fmla="*/ 11941342 w 12192000"/>
              <a:gd name="connsiteY5" fmla="*/ 6494994 h 6858000"/>
              <a:gd name="connsiteX6" fmla="*/ 11941342 w 12192000"/>
              <a:gd name="connsiteY6" fmla="*/ 393084 h 6858000"/>
              <a:gd name="connsiteX7" fmla="*/ 11800921 w 12192000"/>
              <a:gd name="connsiteY7" fmla="*/ 252663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381053" y="252663"/>
                </a:moveTo>
                <a:cubicBezTo>
                  <a:pt x="303501" y="252663"/>
                  <a:pt x="240632" y="315532"/>
                  <a:pt x="240632" y="393084"/>
                </a:cubicBezTo>
                <a:lnTo>
                  <a:pt x="240632" y="6494994"/>
                </a:lnTo>
                <a:cubicBezTo>
                  <a:pt x="240632" y="6572546"/>
                  <a:pt x="303501" y="6635415"/>
                  <a:pt x="381053" y="6635415"/>
                </a:cubicBezTo>
                <a:lnTo>
                  <a:pt x="11800921" y="6635415"/>
                </a:lnTo>
                <a:cubicBezTo>
                  <a:pt x="11878473" y="6635415"/>
                  <a:pt x="11941342" y="6572546"/>
                  <a:pt x="11941342" y="6494994"/>
                </a:cubicBezTo>
                <a:lnTo>
                  <a:pt x="11941342" y="393084"/>
                </a:lnTo>
                <a:cubicBezTo>
                  <a:pt x="11941342" y="315532"/>
                  <a:pt x="11878473" y="252663"/>
                  <a:pt x="11800921" y="252663"/>
                </a:cubicBezTo>
                <a:close/>
                <a:moveTo>
                  <a:pt x="0" y="0"/>
                </a:moveTo>
                <a:lnTo>
                  <a:pt x="12192000" y="0"/>
                </a:lnTo>
                <a:lnTo>
                  <a:pt x="12192000" y="6858000"/>
                </a:lnTo>
                <a:lnTo>
                  <a:pt x="0" y="685800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Tree>
    <p:extLst>
      <p:ext uri="{BB962C8B-B14F-4D97-AF65-F5344CB8AC3E}">
        <p14:creationId xmlns:p14="http://schemas.microsoft.com/office/powerpoint/2010/main" val="4223946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27D64DB4-0EE0-A0BA-96DC-8A20D3309407}"/>
              </a:ext>
            </a:extLst>
          </p:cNvPr>
          <p:cNvPicPr>
            <a:picLocks noChangeAspect="1"/>
          </p:cNvPicPr>
          <p:nvPr/>
        </p:nvPicPr>
        <p:blipFill rotWithShape="1">
          <a:blip r:embed="rId2">
            <a:extLst>
              <a:ext uri="{28A0092B-C50C-407E-A947-70E740481C1C}">
                <a14:useLocalDpi xmlns:a14="http://schemas.microsoft.com/office/drawing/2010/main" val="0"/>
              </a:ext>
            </a:extLst>
          </a:blip>
          <a:srcRect l="2411" t="2230" r="1624" b="10176"/>
          <a:stretch/>
        </p:blipFill>
        <p:spPr>
          <a:xfrm>
            <a:off x="3245317" y="2997533"/>
            <a:ext cx="5012418" cy="3235046"/>
          </a:xfrm>
          <a:prstGeom prst="rect">
            <a:avLst/>
          </a:prstGeom>
        </p:spPr>
      </p:pic>
      <p:pic>
        <p:nvPicPr>
          <p:cNvPr id="8" name="그림 7" descr="텍스트이(가) 표시된 사진&#10;&#10;자동 생성된 설명">
            <a:extLst>
              <a:ext uri="{FF2B5EF4-FFF2-40B4-BE49-F238E27FC236}">
                <a16:creationId xmlns:a16="http://schemas.microsoft.com/office/drawing/2014/main" id="{92807AFA-B612-7284-8715-4BA7ED6C38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72846" y="456607"/>
            <a:ext cx="2569469" cy="5775972"/>
          </a:xfrm>
          <a:prstGeom prst="rect">
            <a:avLst/>
          </a:prstGeom>
        </p:spPr>
      </p:pic>
      <p:sp>
        <p:nvSpPr>
          <p:cNvPr id="2" name="자유형: 도형 1">
            <a:extLst>
              <a:ext uri="{FF2B5EF4-FFF2-40B4-BE49-F238E27FC236}">
                <a16:creationId xmlns:a16="http://schemas.microsoft.com/office/drawing/2014/main" id="{757E29F7-8FCC-F740-0B77-4AF8A656F848}"/>
              </a:ext>
            </a:extLst>
          </p:cNvPr>
          <p:cNvSpPr/>
          <p:nvPr/>
        </p:nvSpPr>
        <p:spPr>
          <a:xfrm>
            <a:off x="0" y="0"/>
            <a:ext cx="12192000" cy="6858000"/>
          </a:xfrm>
          <a:custGeom>
            <a:avLst/>
            <a:gdLst>
              <a:gd name="connsiteX0" fmla="*/ 381053 w 12192000"/>
              <a:gd name="connsiteY0" fmla="*/ 252663 h 6858000"/>
              <a:gd name="connsiteX1" fmla="*/ 240632 w 12192000"/>
              <a:gd name="connsiteY1" fmla="*/ 393084 h 6858000"/>
              <a:gd name="connsiteX2" fmla="*/ 240632 w 12192000"/>
              <a:gd name="connsiteY2" fmla="*/ 6494994 h 6858000"/>
              <a:gd name="connsiteX3" fmla="*/ 381053 w 12192000"/>
              <a:gd name="connsiteY3" fmla="*/ 6635415 h 6858000"/>
              <a:gd name="connsiteX4" fmla="*/ 11800921 w 12192000"/>
              <a:gd name="connsiteY4" fmla="*/ 6635415 h 6858000"/>
              <a:gd name="connsiteX5" fmla="*/ 11941342 w 12192000"/>
              <a:gd name="connsiteY5" fmla="*/ 6494994 h 6858000"/>
              <a:gd name="connsiteX6" fmla="*/ 11941342 w 12192000"/>
              <a:gd name="connsiteY6" fmla="*/ 393084 h 6858000"/>
              <a:gd name="connsiteX7" fmla="*/ 11800921 w 12192000"/>
              <a:gd name="connsiteY7" fmla="*/ 252663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381053" y="252663"/>
                </a:moveTo>
                <a:cubicBezTo>
                  <a:pt x="303501" y="252663"/>
                  <a:pt x="240632" y="315532"/>
                  <a:pt x="240632" y="393084"/>
                </a:cubicBezTo>
                <a:lnTo>
                  <a:pt x="240632" y="6494994"/>
                </a:lnTo>
                <a:cubicBezTo>
                  <a:pt x="240632" y="6572546"/>
                  <a:pt x="303501" y="6635415"/>
                  <a:pt x="381053" y="6635415"/>
                </a:cubicBezTo>
                <a:lnTo>
                  <a:pt x="11800921" y="6635415"/>
                </a:lnTo>
                <a:cubicBezTo>
                  <a:pt x="11878473" y="6635415"/>
                  <a:pt x="11941342" y="6572546"/>
                  <a:pt x="11941342" y="6494994"/>
                </a:cubicBezTo>
                <a:lnTo>
                  <a:pt x="11941342" y="393084"/>
                </a:lnTo>
                <a:cubicBezTo>
                  <a:pt x="11941342" y="315532"/>
                  <a:pt x="11878473" y="252663"/>
                  <a:pt x="11800921" y="252663"/>
                </a:cubicBezTo>
                <a:close/>
                <a:moveTo>
                  <a:pt x="0" y="0"/>
                </a:moveTo>
                <a:lnTo>
                  <a:pt x="12192000" y="0"/>
                </a:lnTo>
                <a:lnTo>
                  <a:pt x="12192000" y="6858000"/>
                </a:lnTo>
                <a:lnTo>
                  <a:pt x="0" y="685800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Tree>
    <p:extLst>
      <p:ext uri="{BB962C8B-B14F-4D97-AF65-F5344CB8AC3E}">
        <p14:creationId xmlns:p14="http://schemas.microsoft.com/office/powerpoint/2010/main" val="1837623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descr="달력이(가) 표시된 사진&#10;&#10;자동 생성된 설명">
            <a:extLst>
              <a:ext uri="{FF2B5EF4-FFF2-40B4-BE49-F238E27FC236}">
                <a16:creationId xmlns:a16="http://schemas.microsoft.com/office/drawing/2014/main" id="{A058E57D-F4A1-E5E4-2D89-D93DE5FDA6B4}"/>
              </a:ext>
            </a:extLst>
          </p:cNvPr>
          <p:cNvPicPr>
            <a:picLocks noChangeAspect="1"/>
          </p:cNvPicPr>
          <p:nvPr/>
        </p:nvPicPr>
        <p:blipFill rotWithShape="1">
          <a:blip r:embed="rId2">
            <a:extLst>
              <a:ext uri="{28A0092B-C50C-407E-A947-70E740481C1C}">
                <a14:useLocalDpi xmlns:a14="http://schemas.microsoft.com/office/drawing/2010/main" val="0"/>
              </a:ext>
            </a:extLst>
          </a:blip>
          <a:srcRect r="10307"/>
          <a:stretch/>
        </p:blipFill>
        <p:spPr>
          <a:xfrm rot="5400000">
            <a:off x="5281158" y="-568373"/>
            <a:ext cx="5058684" cy="7994746"/>
          </a:xfrm>
          <a:prstGeom prst="rect">
            <a:avLst/>
          </a:prstGeom>
        </p:spPr>
      </p:pic>
      <p:sp>
        <p:nvSpPr>
          <p:cNvPr id="3" name="자유형: 도형 2">
            <a:extLst>
              <a:ext uri="{FF2B5EF4-FFF2-40B4-BE49-F238E27FC236}">
                <a16:creationId xmlns:a16="http://schemas.microsoft.com/office/drawing/2014/main" id="{2DEFAA5E-54A1-1E77-FCEC-B9B717E86B1B}"/>
              </a:ext>
            </a:extLst>
          </p:cNvPr>
          <p:cNvSpPr/>
          <p:nvPr/>
        </p:nvSpPr>
        <p:spPr>
          <a:xfrm>
            <a:off x="0" y="0"/>
            <a:ext cx="12192000" cy="6858000"/>
          </a:xfrm>
          <a:custGeom>
            <a:avLst/>
            <a:gdLst>
              <a:gd name="connsiteX0" fmla="*/ 381053 w 12192000"/>
              <a:gd name="connsiteY0" fmla="*/ 252663 h 6858000"/>
              <a:gd name="connsiteX1" fmla="*/ 240632 w 12192000"/>
              <a:gd name="connsiteY1" fmla="*/ 393084 h 6858000"/>
              <a:gd name="connsiteX2" fmla="*/ 240632 w 12192000"/>
              <a:gd name="connsiteY2" fmla="*/ 6494994 h 6858000"/>
              <a:gd name="connsiteX3" fmla="*/ 381053 w 12192000"/>
              <a:gd name="connsiteY3" fmla="*/ 6635415 h 6858000"/>
              <a:gd name="connsiteX4" fmla="*/ 11800921 w 12192000"/>
              <a:gd name="connsiteY4" fmla="*/ 6635415 h 6858000"/>
              <a:gd name="connsiteX5" fmla="*/ 11941342 w 12192000"/>
              <a:gd name="connsiteY5" fmla="*/ 6494994 h 6858000"/>
              <a:gd name="connsiteX6" fmla="*/ 11941342 w 12192000"/>
              <a:gd name="connsiteY6" fmla="*/ 393084 h 6858000"/>
              <a:gd name="connsiteX7" fmla="*/ 11800921 w 12192000"/>
              <a:gd name="connsiteY7" fmla="*/ 252663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381053" y="252663"/>
                </a:moveTo>
                <a:cubicBezTo>
                  <a:pt x="303501" y="252663"/>
                  <a:pt x="240632" y="315532"/>
                  <a:pt x="240632" y="393084"/>
                </a:cubicBezTo>
                <a:lnTo>
                  <a:pt x="240632" y="6494994"/>
                </a:lnTo>
                <a:cubicBezTo>
                  <a:pt x="240632" y="6572546"/>
                  <a:pt x="303501" y="6635415"/>
                  <a:pt x="381053" y="6635415"/>
                </a:cubicBezTo>
                <a:lnTo>
                  <a:pt x="11800921" y="6635415"/>
                </a:lnTo>
                <a:cubicBezTo>
                  <a:pt x="11878473" y="6635415"/>
                  <a:pt x="11941342" y="6572546"/>
                  <a:pt x="11941342" y="6494994"/>
                </a:cubicBezTo>
                <a:lnTo>
                  <a:pt x="11941342" y="393084"/>
                </a:lnTo>
                <a:cubicBezTo>
                  <a:pt x="11941342" y="315532"/>
                  <a:pt x="11878473" y="252663"/>
                  <a:pt x="11800921" y="252663"/>
                </a:cubicBezTo>
                <a:close/>
                <a:moveTo>
                  <a:pt x="0" y="0"/>
                </a:moveTo>
                <a:lnTo>
                  <a:pt x="12192000" y="0"/>
                </a:lnTo>
                <a:lnTo>
                  <a:pt x="12192000" y="6858000"/>
                </a:lnTo>
                <a:lnTo>
                  <a:pt x="0" y="685800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Tree>
    <p:extLst>
      <p:ext uri="{BB962C8B-B14F-4D97-AF65-F5344CB8AC3E}">
        <p14:creationId xmlns:p14="http://schemas.microsoft.com/office/powerpoint/2010/main" val="1207259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EF6057-43C4-40FC-44C8-8FD83FEAF69F}"/>
              </a:ext>
            </a:extLst>
          </p:cNvPr>
          <p:cNvSpPr txBox="1"/>
          <p:nvPr/>
        </p:nvSpPr>
        <p:spPr>
          <a:xfrm>
            <a:off x="667752" y="418736"/>
            <a:ext cx="5305926" cy="369332"/>
          </a:xfrm>
          <a:prstGeom prst="rect">
            <a:avLst/>
          </a:prstGeom>
          <a:noFill/>
        </p:spPr>
        <p:txBody>
          <a:bodyPr wrap="square" rtlCol="0">
            <a:spAutoFit/>
          </a:bodyPr>
          <a:lstStyle/>
          <a:p>
            <a:r>
              <a:rPr lang="en-US" altLang="ko-KR" dirty="0"/>
              <a:t>Business Plan Outline</a:t>
            </a:r>
            <a:endParaRPr lang="ko-KR" altLang="en-US" dirty="0"/>
          </a:p>
        </p:txBody>
      </p:sp>
      <p:sp>
        <p:nvSpPr>
          <p:cNvPr id="3" name="TextBox 2">
            <a:extLst>
              <a:ext uri="{FF2B5EF4-FFF2-40B4-BE49-F238E27FC236}">
                <a16:creationId xmlns:a16="http://schemas.microsoft.com/office/drawing/2014/main" id="{F9B10387-F5BD-7C7A-A2BB-8F036D8ADA8B}"/>
              </a:ext>
            </a:extLst>
          </p:cNvPr>
          <p:cNvSpPr txBox="1"/>
          <p:nvPr/>
        </p:nvSpPr>
        <p:spPr>
          <a:xfrm>
            <a:off x="667752" y="1032346"/>
            <a:ext cx="3747837" cy="2462213"/>
          </a:xfrm>
          <a:prstGeom prst="rect">
            <a:avLst/>
          </a:prstGeom>
          <a:noFill/>
        </p:spPr>
        <p:txBody>
          <a:bodyPr wrap="square" rtlCol="0">
            <a:spAutoFit/>
          </a:bodyPr>
          <a:lstStyle/>
          <a:p>
            <a:pPr marL="342900" indent="-342900">
              <a:buFont typeface="+mj-lt"/>
              <a:buAutoNum type="arabicPeriod"/>
            </a:pPr>
            <a:r>
              <a:rPr lang="en-US" altLang="ko-KR" sz="1400" dirty="0"/>
              <a:t>Executive Summary</a:t>
            </a:r>
          </a:p>
          <a:p>
            <a:pPr marL="342900" indent="-342900">
              <a:buFont typeface="+mj-lt"/>
              <a:buAutoNum type="arabicPeriod"/>
            </a:pPr>
            <a:r>
              <a:rPr lang="en-US" altLang="ko-KR" sz="1400" dirty="0"/>
              <a:t>Products &amp; Services</a:t>
            </a:r>
          </a:p>
          <a:p>
            <a:pPr marL="342900" indent="-342900">
              <a:buFont typeface="+mj-lt"/>
              <a:buAutoNum type="arabicPeriod"/>
            </a:pPr>
            <a:r>
              <a:rPr lang="en-US" altLang="ko-KR" sz="1400" dirty="0"/>
              <a:t>Market Analysis</a:t>
            </a:r>
          </a:p>
          <a:p>
            <a:pPr marL="342900" indent="-342900">
              <a:buFont typeface="+mj-lt"/>
              <a:buAutoNum type="arabicPeriod"/>
            </a:pPr>
            <a:r>
              <a:rPr lang="en-US" altLang="ko-KR" sz="1400" dirty="0"/>
              <a:t>Competitive Analysis</a:t>
            </a:r>
          </a:p>
          <a:p>
            <a:pPr marL="342900" indent="-342900">
              <a:buFont typeface="+mj-lt"/>
              <a:buAutoNum type="arabicPeriod"/>
            </a:pPr>
            <a:r>
              <a:rPr lang="en-US" altLang="ko-KR" sz="1400" dirty="0"/>
              <a:t>Strategy &amp; Implementation</a:t>
            </a:r>
          </a:p>
          <a:p>
            <a:pPr marL="342900" indent="-342900">
              <a:buFont typeface="+mj-lt"/>
              <a:buAutoNum type="arabicPeriod"/>
            </a:pPr>
            <a:r>
              <a:rPr lang="en-US" altLang="ko-KR" sz="1400" dirty="0"/>
              <a:t>Organizational Management</a:t>
            </a:r>
          </a:p>
          <a:p>
            <a:pPr marL="342900" indent="-342900">
              <a:buFont typeface="+mj-lt"/>
              <a:buAutoNum type="arabicPeriod"/>
            </a:pPr>
            <a:r>
              <a:rPr lang="en-US" altLang="ko-KR" sz="1400" dirty="0"/>
              <a:t>Products &amp; Services</a:t>
            </a:r>
          </a:p>
          <a:p>
            <a:pPr marL="342900" indent="-342900">
              <a:buFont typeface="+mj-lt"/>
              <a:buAutoNum type="arabicPeriod"/>
            </a:pPr>
            <a:r>
              <a:rPr lang="en-US" altLang="ko-KR" sz="1400" dirty="0"/>
              <a:t>Marketing &amp; Sales Strategy</a:t>
            </a:r>
          </a:p>
          <a:p>
            <a:pPr marL="342900" indent="-342900">
              <a:buFont typeface="+mj-lt"/>
              <a:buAutoNum type="arabicPeriod"/>
            </a:pPr>
            <a:r>
              <a:rPr lang="en-US" altLang="ko-KR" sz="1400" dirty="0"/>
              <a:t>Funding Details</a:t>
            </a:r>
          </a:p>
          <a:p>
            <a:pPr marL="342900" indent="-342900">
              <a:buFont typeface="+mj-lt"/>
              <a:buAutoNum type="arabicPeriod"/>
            </a:pPr>
            <a:r>
              <a:rPr lang="en-US" altLang="ko-KR" sz="1400" dirty="0"/>
              <a:t>Financial Plan</a:t>
            </a:r>
          </a:p>
          <a:p>
            <a:pPr marL="342900" indent="-342900">
              <a:buFont typeface="+mj-lt"/>
              <a:buAutoNum type="arabicPeriod"/>
            </a:pPr>
            <a:endParaRPr lang="en-US" altLang="ko-KR" sz="1400" dirty="0"/>
          </a:p>
        </p:txBody>
      </p:sp>
      <p:sp>
        <p:nvSpPr>
          <p:cNvPr id="4" name="TextBox 3">
            <a:extLst>
              <a:ext uri="{FF2B5EF4-FFF2-40B4-BE49-F238E27FC236}">
                <a16:creationId xmlns:a16="http://schemas.microsoft.com/office/drawing/2014/main" id="{965D2460-92ED-C1C9-1AD7-0C7103CCE3FA}"/>
              </a:ext>
            </a:extLst>
          </p:cNvPr>
          <p:cNvSpPr txBox="1"/>
          <p:nvPr/>
        </p:nvSpPr>
        <p:spPr>
          <a:xfrm>
            <a:off x="667751" y="4095893"/>
            <a:ext cx="9408696" cy="2031325"/>
          </a:xfrm>
          <a:prstGeom prst="rect">
            <a:avLst/>
          </a:prstGeom>
          <a:noFill/>
        </p:spPr>
        <p:txBody>
          <a:bodyPr wrap="square" rtlCol="0">
            <a:spAutoFit/>
          </a:bodyPr>
          <a:lstStyle/>
          <a:p>
            <a:pPr marL="342900" indent="-342900">
              <a:buFont typeface="+mj-lt"/>
              <a:buAutoNum type="arabicPeriod"/>
            </a:pPr>
            <a:r>
              <a:rPr lang="en-US" altLang="ko-KR" sz="1400" dirty="0"/>
              <a:t>What is the company? (Intro)</a:t>
            </a:r>
          </a:p>
          <a:p>
            <a:pPr marL="342900" indent="-342900">
              <a:buFont typeface="+mj-lt"/>
              <a:buAutoNum type="arabicPeriod"/>
            </a:pPr>
            <a:r>
              <a:rPr lang="en-US" altLang="ko-KR" sz="1400" dirty="0"/>
              <a:t>Who am I giving $$ to? (Mgmt. Team/Bio)</a:t>
            </a:r>
          </a:p>
          <a:p>
            <a:pPr marL="342900" indent="-342900">
              <a:buFont typeface="+mj-lt"/>
              <a:buAutoNum type="arabicPeriod"/>
            </a:pPr>
            <a:r>
              <a:rPr lang="en-US" altLang="ko-KR" sz="1400" dirty="0"/>
              <a:t>How does it work? (Operations/User Experience)</a:t>
            </a:r>
          </a:p>
          <a:p>
            <a:pPr marL="342900" indent="-342900">
              <a:buFont typeface="+mj-lt"/>
              <a:buAutoNum type="arabicPeriod"/>
            </a:pPr>
            <a:r>
              <a:rPr lang="en-US" altLang="ko-KR" sz="1400" dirty="0"/>
              <a:t>Where does this belong? (Marketplace)</a:t>
            </a:r>
          </a:p>
          <a:p>
            <a:pPr marL="342900" indent="-342900">
              <a:buFont typeface="+mj-lt"/>
              <a:buAutoNum type="arabicPeriod"/>
            </a:pPr>
            <a:r>
              <a:rPr lang="en-US" altLang="ko-KR" sz="1400" dirty="0"/>
              <a:t>Why hasn’t this been done? (Competition)</a:t>
            </a:r>
          </a:p>
          <a:p>
            <a:pPr marL="342900" indent="-342900">
              <a:buFont typeface="+mj-lt"/>
              <a:buAutoNum type="arabicPeriod"/>
            </a:pPr>
            <a:r>
              <a:rPr lang="en-US" altLang="ko-KR" sz="1400" dirty="0"/>
              <a:t>How quickly will I know if I will Make or lose my money? (To Market Strategy/Roadmap)</a:t>
            </a:r>
          </a:p>
          <a:p>
            <a:pPr marL="342900" indent="-342900">
              <a:buFont typeface="+mj-lt"/>
              <a:buAutoNum type="arabicPeriod"/>
            </a:pPr>
            <a:r>
              <a:rPr lang="en-US" altLang="ko-KR" sz="1400" dirty="0"/>
              <a:t>What are the numbers? (Revenues)</a:t>
            </a:r>
          </a:p>
          <a:p>
            <a:pPr marL="342900" indent="-342900">
              <a:buFont typeface="+mj-lt"/>
              <a:buAutoNum type="arabicPeriod"/>
            </a:pPr>
            <a:r>
              <a:rPr lang="en-US" altLang="ko-KR" sz="1400" dirty="0"/>
              <a:t>How much do you need? (The Ask)</a:t>
            </a:r>
            <a:br>
              <a:rPr lang="en-US" altLang="ko-KR" sz="1400" dirty="0"/>
            </a:br>
            <a:endParaRPr lang="en-US" altLang="ko-KR" sz="1400" dirty="0"/>
          </a:p>
        </p:txBody>
      </p:sp>
      <p:sp>
        <p:nvSpPr>
          <p:cNvPr id="8" name="자유형: 도형 7">
            <a:extLst>
              <a:ext uri="{FF2B5EF4-FFF2-40B4-BE49-F238E27FC236}">
                <a16:creationId xmlns:a16="http://schemas.microsoft.com/office/drawing/2014/main" id="{DC8538BE-F3B3-7EF3-D7E4-BA7A47345BEA}"/>
              </a:ext>
            </a:extLst>
          </p:cNvPr>
          <p:cNvSpPr/>
          <p:nvPr/>
        </p:nvSpPr>
        <p:spPr>
          <a:xfrm>
            <a:off x="0" y="0"/>
            <a:ext cx="12192000" cy="6858000"/>
          </a:xfrm>
          <a:custGeom>
            <a:avLst/>
            <a:gdLst>
              <a:gd name="connsiteX0" fmla="*/ 381053 w 12192000"/>
              <a:gd name="connsiteY0" fmla="*/ 252663 h 6858000"/>
              <a:gd name="connsiteX1" fmla="*/ 240632 w 12192000"/>
              <a:gd name="connsiteY1" fmla="*/ 393084 h 6858000"/>
              <a:gd name="connsiteX2" fmla="*/ 240632 w 12192000"/>
              <a:gd name="connsiteY2" fmla="*/ 6494994 h 6858000"/>
              <a:gd name="connsiteX3" fmla="*/ 381053 w 12192000"/>
              <a:gd name="connsiteY3" fmla="*/ 6635415 h 6858000"/>
              <a:gd name="connsiteX4" fmla="*/ 11800921 w 12192000"/>
              <a:gd name="connsiteY4" fmla="*/ 6635415 h 6858000"/>
              <a:gd name="connsiteX5" fmla="*/ 11941342 w 12192000"/>
              <a:gd name="connsiteY5" fmla="*/ 6494994 h 6858000"/>
              <a:gd name="connsiteX6" fmla="*/ 11941342 w 12192000"/>
              <a:gd name="connsiteY6" fmla="*/ 393084 h 6858000"/>
              <a:gd name="connsiteX7" fmla="*/ 11800921 w 12192000"/>
              <a:gd name="connsiteY7" fmla="*/ 252663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381053" y="252663"/>
                </a:moveTo>
                <a:cubicBezTo>
                  <a:pt x="303501" y="252663"/>
                  <a:pt x="240632" y="315532"/>
                  <a:pt x="240632" y="393084"/>
                </a:cubicBezTo>
                <a:lnTo>
                  <a:pt x="240632" y="6494994"/>
                </a:lnTo>
                <a:cubicBezTo>
                  <a:pt x="240632" y="6572546"/>
                  <a:pt x="303501" y="6635415"/>
                  <a:pt x="381053" y="6635415"/>
                </a:cubicBezTo>
                <a:lnTo>
                  <a:pt x="11800921" y="6635415"/>
                </a:lnTo>
                <a:cubicBezTo>
                  <a:pt x="11878473" y="6635415"/>
                  <a:pt x="11941342" y="6572546"/>
                  <a:pt x="11941342" y="6494994"/>
                </a:cubicBezTo>
                <a:lnTo>
                  <a:pt x="11941342" y="393084"/>
                </a:lnTo>
                <a:cubicBezTo>
                  <a:pt x="11941342" y="315532"/>
                  <a:pt x="11878473" y="252663"/>
                  <a:pt x="11800921" y="252663"/>
                </a:cubicBezTo>
                <a:close/>
                <a:moveTo>
                  <a:pt x="0" y="0"/>
                </a:moveTo>
                <a:lnTo>
                  <a:pt x="12192000" y="0"/>
                </a:lnTo>
                <a:lnTo>
                  <a:pt x="12192000" y="6858000"/>
                </a:lnTo>
                <a:lnTo>
                  <a:pt x="0" y="685800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Tree>
    <p:extLst>
      <p:ext uri="{BB962C8B-B14F-4D97-AF65-F5344CB8AC3E}">
        <p14:creationId xmlns:p14="http://schemas.microsoft.com/office/powerpoint/2010/main" val="922111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자유형: 도형 1">
            <a:extLst>
              <a:ext uri="{FF2B5EF4-FFF2-40B4-BE49-F238E27FC236}">
                <a16:creationId xmlns:a16="http://schemas.microsoft.com/office/drawing/2014/main" id="{6EB0FA62-B0AD-EE37-78C5-B2B05C6159BE}"/>
              </a:ext>
            </a:extLst>
          </p:cNvPr>
          <p:cNvSpPr/>
          <p:nvPr/>
        </p:nvSpPr>
        <p:spPr>
          <a:xfrm>
            <a:off x="0" y="0"/>
            <a:ext cx="12192000" cy="6858000"/>
          </a:xfrm>
          <a:custGeom>
            <a:avLst/>
            <a:gdLst>
              <a:gd name="connsiteX0" fmla="*/ 381053 w 12192000"/>
              <a:gd name="connsiteY0" fmla="*/ 252663 h 6858000"/>
              <a:gd name="connsiteX1" fmla="*/ 240632 w 12192000"/>
              <a:gd name="connsiteY1" fmla="*/ 393084 h 6858000"/>
              <a:gd name="connsiteX2" fmla="*/ 240632 w 12192000"/>
              <a:gd name="connsiteY2" fmla="*/ 6494994 h 6858000"/>
              <a:gd name="connsiteX3" fmla="*/ 381053 w 12192000"/>
              <a:gd name="connsiteY3" fmla="*/ 6635415 h 6858000"/>
              <a:gd name="connsiteX4" fmla="*/ 11800921 w 12192000"/>
              <a:gd name="connsiteY4" fmla="*/ 6635415 h 6858000"/>
              <a:gd name="connsiteX5" fmla="*/ 11941342 w 12192000"/>
              <a:gd name="connsiteY5" fmla="*/ 6494994 h 6858000"/>
              <a:gd name="connsiteX6" fmla="*/ 11941342 w 12192000"/>
              <a:gd name="connsiteY6" fmla="*/ 393084 h 6858000"/>
              <a:gd name="connsiteX7" fmla="*/ 11800921 w 12192000"/>
              <a:gd name="connsiteY7" fmla="*/ 252663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381053" y="252663"/>
                </a:moveTo>
                <a:cubicBezTo>
                  <a:pt x="303501" y="252663"/>
                  <a:pt x="240632" y="315532"/>
                  <a:pt x="240632" y="393084"/>
                </a:cubicBezTo>
                <a:lnTo>
                  <a:pt x="240632" y="6494994"/>
                </a:lnTo>
                <a:cubicBezTo>
                  <a:pt x="240632" y="6572546"/>
                  <a:pt x="303501" y="6635415"/>
                  <a:pt x="381053" y="6635415"/>
                </a:cubicBezTo>
                <a:lnTo>
                  <a:pt x="11800921" y="6635415"/>
                </a:lnTo>
                <a:cubicBezTo>
                  <a:pt x="11878473" y="6635415"/>
                  <a:pt x="11941342" y="6572546"/>
                  <a:pt x="11941342" y="6494994"/>
                </a:cubicBezTo>
                <a:lnTo>
                  <a:pt x="11941342" y="393084"/>
                </a:lnTo>
                <a:cubicBezTo>
                  <a:pt x="11941342" y="315532"/>
                  <a:pt x="11878473" y="252663"/>
                  <a:pt x="11800921" y="252663"/>
                </a:cubicBezTo>
                <a:close/>
                <a:moveTo>
                  <a:pt x="0" y="0"/>
                </a:moveTo>
                <a:lnTo>
                  <a:pt x="12192000" y="0"/>
                </a:lnTo>
                <a:lnTo>
                  <a:pt x="12192000" y="6858000"/>
                </a:lnTo>
                <a:lnTo>
                  <a:pt x="0" y="685800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5" name="TextBox 4">
            <a:extLst>
              <a:ext uri="{FF2B5EF4-FFF2-40B4-BE49-F238E27FC236}">
                <a16:creationId xmlns:a16="http://schemas.microsoft.com/office/drawing/2014/main" id="{C3D5AB51-3F79-8C09-767C-1813BE4EBE4E}"/>
              </a:ext>
            </a:extLst>
          </p:cNvPr>
          <p:cNvSpPr txBox="1"/>
          <p:nvPr/>
        </p:nvSpPr>
        <p:spPr>
          <a:xfrm>
            <a:off x="633377" y="729838"/>
            <a:ext cx="10641932" cy="3477875"/>
          </a:xfrm>
          <a:prstGeom prst="rect">
            <a:avLst/>
          </a:prstGeom>
          <a:noFill/>
        </p:spPr>
        <p:txBody>
          <a:bodyPr wrap="square" rtlCol="0">
            <a:spAutoFit/>
          </a:bodyPr>
          <a:lstStyle/>
          <a:p>
            <a:pPr marL="342900" indent="-342900">
              <a:buFont typeface="+mj-lt"/>
              <a:buAutoNum type="arabicPeriod"/>
            </a:pPr>
            <a:r>
              <a:rPr lang="en-US" altLang="ko-KR" sz="1100" dirty="0"/>
              <a:t>Executive Summary (All Major Information)</a:t>
            </a:r>
            <a:br>
              <a:rPr lang="en-US" altLang="ko-KR" sz="1100" dirty="0"/>
            </a:br>
            <a:r>
              <a:rPr lang="en-US" altLang="ko-KR" sz="1100" dirty="0"/>
              <a:t>Do not write for yourself but write for your readers</a:t>
            </a:r>
            <a:br>
              <a:rPr lang="en-US" altLang="ko-KR" sz="1100" dirty="0"/>
            </a:br>
            <a:r>
              <a:rPr lang="en-US" altLang="ko-KR" sz="1100" dirty="0"/>
              <a:t>What information is most likely to influence a positive decision</a:t>
            </a:r>
            <a:br>
              <a:rPr lang="en-US" altLang="ko-KR" sz="1100" dirty="0"/>
            </a:br>
            <a:r>
              <a:rPr lang="en-US" altLang="ko-KR" sz="1100" dirty="0"/>
              <a:t>1~3 pages, Attractive &amp; Uniqueness, State what you expect, Returns &amp; Exit plan, Top 2 or 3 selling point</a:t>
            </a:r>
            <a:br>
              <a:rPr lang="en-US" altLang="ko-KR" sz="1100" dirty="0"/>
            </a:br>
            <a:r>
              <a:rPr lang="en-US" altLang="ko-KR" sz="1100" dirty="0"/>
              <a:t>Full statement of expected, Anticipated income, Cash flows → Total capital needed a return projection</a:t>
            </a:r>
            <a:br>
              <a:rPr lang="en-US" altLang="ko-KR" sz="1100" dirty="0"/>
            </a:br>
            <a:endParaRPr lang="en-US" altLang="ko-KR" sz="1100" dirty="0"/>
          </a:p>
          <a:p>
            <a:pPr marL="342900" indent="-342900">
              <a:buFont typeface="+mj-lt"/>
              <a:buAutoNum type="arabicPeriod"/>
            </a:pPr>
            <a:r>
              <a:rPr lang="en-US" altLang="ko-KR" sz="1100" dirty="0"/>
              <a:t>Business Description</a:t>
            </a:r>
            <a:br>
              <a:rPr lang="en-US" altLang="ko-KR" sz="1100" dirty="0"/>
            </a:br>
            <a:r>
              <a:rPr lang="en-US" altLang="ko-KR" sz="1100" dirty="0"/>
              <a:t>Business Loan (Get insider their heads, Understand them) Let them know that you know what you are doing</a:t>
            </a:r>
            <a:br>
              <a:rPr lang="en-US" altLang="ko-KR" sz="1100" dirty="0"/>
            </a:br>
            <a:r>
              <a:rPr lang="en-US" altLang="ko-KR" sz="1100" dirty="0"/>
              <a:t>Type of business, Location of business, Internet sales, storefront, mail order, etc., Products or services </a:t>
            </a:r>
            <a:br>
              <a:rPr lang="en-US" altLang="ko-KR" sz="1100" dirty="0"/>
            </a:br>
            <a:endParaRPr lang="en-US" altLang="ko-KR" sz="1100" dirty="0"/>
          </a:p>
          <a:p>
            <a:pPr marL="342900" indent="-342900">
              <a:buFont typeface="+mj-lt"/>
              <a:buAutoNum type="arabicPeriod"/>
            </a:pPr>
            <a:r>
              <a:rPr lang="en-US" altLang="ko-KR" sz="1100" dirty="0"/>
              <a:t>Operations Plan</a:t>
            </a:r>
            <a:br>
              <a:rPr lang="en-US" altLang="ko-KR" sz="1100" dirty="0"/>
            </a:br>
            <a:br>
              <a:rPr lang="en-US" altLang="ko-KR" sz="1100" dirty="0"/>
            </a:br>
            <a:endParaRPr lang="en-US" altLang="ko-KR" sz="1100" dirty="0"/>
          </a:p>
          <a:p>
            <a:pPr marL="342900" indent="-342900">
              <a:buFont typeface="+mj-lt"/>
              <a:buAutoNum type="arabicPeriod"/>
            </a:pPr>
            <a:r>
              <a:rPr lang="en-US" altLang="ko-KR" sz="1100" dirty="0"/>
              <a:t>Strategy &amp; Implementation Summary</a:t>
            </a:r>
            <a:br>
              <a:rPr lang="en-US" altLang="ko-KR" sz="1100" dirty="0"/>
            </a:br>
            <a:endParaRPr lang="en-US" altLang="ko-KR" sz="1100" dirty="0"/>
          </a:p>
          <a:p>
            <a:pPr marL="342900" indent="-342900">
              <a:buFont typeface="+mj-lt"/>
              <a:buAutoNum type="arabicPeriod"/>
            </a:pPr>
            <a:r>
              <a:rPr lang="en-US" altLang="ko-KR" sz="1100" dirty="0"/>
              <a:t>Company &amp; Management Summary</a:t>
            </a:r>
            <a:br>
              <a:rPr lang="en-US" altLang="ko-KR" sz="1100" dirty="0"/>
            </a:br>
            <a:endParaRPr lang="en-US" altLang="ko-KR" sz="1100" dirty="0"/>
          </a:p>
          <a:p>
            <a:pPr marL="342900" indent="-342900">
              <a:buFont typeface="+mj-lt"/>
              <a:buAutoNum type="arabicPeriod"/>
            </a:pPr>
            <a:r>
              <a:rPr lang="en-US" altLang="ko-KR" sz="1100" dirty="0"/>
              <a:t>Financial Plan</a:t>
            </a:r>
            <a:br>
              <a:rPr lang="en-US" altLang="ko-KR" sz="1100" dirty="0"/>
            </a:br>
            <a:endParaRPr lang="en-US" altLang="ko-KR" sz="1100" dirty="0"/>
          </a:p>
          <a:p>
            <a:pPr marL="342900" indent="-342900">
              <a:buFont typeface="+mj-lt"/>
              <a:buAutoNum type="arabicPeriod"/>
            </a:pPr>
            <a:r>
              <a:rPr lang="en-US" altLang="ko-KR" sz="1100" dirty="0"/>
              <a:t>Appendix</a:t>
            </a:r>
          </a:p>
        </p:txBody>
      </p:sp>
    </p:spTree>
    <p:extLst>
      <p:ext uri="{BB962C8B-B14F-4D97-AF65-F5344CB8AC3E}">
        <p14:creationId xmlns:p14="http://schemas.microsoft.com/office/powerpoint/2010/main" val="2037616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A48958C-BF5D-2811-4390-56C039D2E659}"/>
              </a:ext>
            </a:extLst>
          </p:cNvPr>
          <p:cNvSpPr txBox="1"/>
          <p:nvPr/>
        </p:nvSpPr>
        <p:spPr>
          <a:xfrm>
            <a:off x="790073" y="641320"/>
            <a:ext cx="10547112" cy="5693866"/>
          </a:xfrm>
          <a:prstGeom prst="rect">
            <a:avLst/>
          </a:prstGeom>
          <a:noFill/>
        </p:spPr>
        <p:txBody>
          <a:bodyPr wrap="square" rtlCol="0">
            <a:spAutoFit/>
          </a:bodyPr>
          <a:lstStyle/>
          <a:p>
            <a:pPr algn="l"/>
            <a:r>
              <a:rPr lang="en-US" altLang="ko-KR" sz="1400" b="0" i="0" dirty="0">
                <a:solidFill>
                  <a:srgbClr val="000000"/>
                </a:solidFill>
                <a:effectLst/>
              </a:rPr>
              <a:t>A business plan is a document that outlines your business’s goals, strategies, finances, and operations. It helps you communicate your vision, attract investors, and guide your actions. Writing a business plan can be challenging, but there are some steps you can follow to make it easier.</a:t>
            </a:r>
          </a:p>
          <a:p>
            <a:pPr algn="l">
              <a:buFont typeface="Arial" panose="020B0604020202020204" pitchFamily="34" charset="0"/>
              <a:buChar char="•"/>
            </a:pPr>
            <a:r>
              <a:rPr lang="en-US" altLang="ko-KR" sz="1400" b="1" i="0" dirty="0">
                <a:solidFill>
                  <a:srgbClr val="000000"/>
                </a:solidFill>
                <a:effectLst/>
              </a:rPr>
              <a:t>Executive summary</a:t>
            </a:r>
            <a:r>
              <a:rPr lang="en-US" altLang="ko-KR" sz="1400" b="0" i="0" dirty="0">
                <a:solidFill>
                  <a:srgbClr val="000000"/>
                </a:solidFill>
                <a:effectLst/>
              </a:rPr>
              <a:t>: This is a brief overview of your business idea, market opportunity, competitive advantage, and financial projections. It should capture the reader’s attention and interest.</a:t>
            </a:r>
          </a:p>
          <a:p>
            <a:pPr algn="l">
              <a:buFont typeface="Arial" panose="020B0604020202020204" pitchFamily="34" charset="0"/>
              <a:buChar char="•"/>
            </a:pPr>
            <a:r>
              <a:rPr lang="en-US" altLang="ko-KR" sz="1400" b="1" i="0" dirty="0">
                <a:solidFill>
                  <a:srgbClr val="000000"/>
                </a:solidFill>
                <a:effectLst/>
              </a:rPr>
              <a:t>Business description</a:t>
            </a:r>
            <a:r>
              <a:rPr lang="en-US" altLang="ko-KR" sz="1400" b="0" i="0" dirty="0">
                <a:solidFill>
                  <a:srgbClr val="000000"/>
                </a:solidFill>
                <a:effectLst/>
              </a:rPr>
              <a:t>: This is where you explain what your business does, who your customers are, what problem you solve, and what makes you unique.</a:t>
            </a:r>
          </a:p>
          <a:p>
            <a:pPr algn="l">
              <a:buFont typeface="Arial" panose="020B0604020202020204" pitchFamily="34" charset="0"/>
              <a:buChar char="•"/>
            </a:pPr>
            <a:r>
              <a:rPr lang="en-US" altLang="ko-KR" sz="1400" b="1" i="0" dirty="0">
                <a:solidFill>
                  <a:srgbClr val="000000"/>
                </a:solidFill>
                <a:effectLst/>
              </a:rPr>
              <a:t>Market analysis</a:t>
            </a:r>
            <a:r>
              <a:rPr lang="en-US" altLang="ko-KR" sz="1400" b="0" i="0" dirty="0">
                <a:solidFill>
                  <a:srgbClr val="000000"/>
                </a:solidFill>
                <a:effectLst/>
              </a:rPr>
              <a:t>: This is where you research and analyze your industry, target market, customer needs, competitors, and trends. You should show that you understand the market and how to position your business in it.</a:t>
            </a:r>
          </a:p>
          <a:p>
            <a:pPr algn="l">
              <a:buFont typeface="Arial" panose="020B0604020202020204" pitchFamily="34" charset="0"/>
              <a:buChar char="•"/>
            </a:pPr>
            <a:r>
              <a:rPr lang="en-US" altLang="ko-KR" sz="1400" b="1" i="0" dirty="0">
                <a:solidFill>
                  <a:srgbClr val="000000"/>
                </a:solidFill>
                <a:effectLst/>
              </a:rPr>
              <a:t>Competitive analysis</a:t>
            </a:r>
            <a:r>
              <a:rPr lang="en-US" altLang="ko-KR" sz="1400" b="0" i="0" dirty="0">
                <a:solidFill>
                  <a:srgbClr val="000000"/>
                </a:solidFill>
                <a:effectLst/>
              </a:rPr>
              <a:t>: This is where you identify your main competitors and their strengths and weaknesses. You should also explain how you differentiate yourself from them and what value you offer to customers.</a:t>
            </a:r>
          </a:p>
          <a:p>
            <a:pPr algn="l">
              <a:buFont typeface="Arial" panose="020B0604020202020204" pitchFamily="34" charset="0"/>
              <a:buChar char="•"/>
            </a:pPr>
            <a:r>
              <a:rPr lang="en-US" altLang="ko-KR" sz="1400" b="1" i="0" dirty="0">
                <a:solidFill>
                  <a:srgbClr val="000000"/>
                </a:solidFill>
                <a:effectLst/>
              </a:rPr>
              <a:t>Organizational management</a:t>
            </a:r>
            <a:r>
              <a:rPr lang="en-US" altLang="ko-KR" sz="1400" b="0" i="0" dirty="0">
                <a:solidFill>
                  <a:srgbClr val="000000"/>
                </a:solidFill>
                <a:effectLst/>
              </a:rPr>
              <a:t>: This is where you describe your business structure, legal form, ownership, team, roles, and responsibilities. You should also highlight any key skills, qualifications, or achievements of your team members.</a:t>
            </a:r>
          </a:p>
          <a:p>
            <a:pPr algn="l">
              <a:buFont typeface="Arial" panose="020B0604020202020204" pitchFamily="34" charset="0"/>
              <a:buChar char="•"/>
            </a:pPr>
            <a:r>
              <a:rPr lang="en-US" altLang="ko-KR" sz="1400" b="1" i="0" dirty="0">
                <a:solidFill>
                  <a:srgbClr val="000000"/>
                </a:solidFill>
                <a:effectLst/>
              </a:rPr>
              <a:t>Product or service description</a:t>
            </a:r>
            <a:r>
              <a:rPr lang="en-US" altLang="ko-KR" sz="1400" b="0" i="0" dirty="0">
                <a:solidFill>
                  <a:srgbClr val="000000"/>
                </a:solidFill>
                <a:effectLst/>
              </a:rPr>
              <a:t>: This is where you describe your product or service in detail, including its features, benefits, pricing, and delivery. You should also explain how you develop, produce, and improve your product or service over time.</a:t>
            </a:r>
          </a:p>
          <a:p>
            <a:pPr algn="l">
              <a:buFont typeface="Arial" panose="020B0604020202020204" pitchFamily="34" charset="0"/>
              <a:buChar char="•"/>
            </a:pPr>
            <a:r>
              <a:rPr lang="en-US" altLang="ko-KR" sz="1400" b="1" i="0" dirty="0">
                <a:solidFill>
                  <a:srgbClr val="000000"/>
                </a:solidFill>
                <a:effectLst/>
              </a:rPr>
              <a:t>Marketing plan</a:t>
            </a:r>
            <a:r>
              <a:rPr lang="en-US" altLang="ko-KR" sz="1400" b="0" i="0" dirty="0">
                <a:solidFill>
                  <a:srgbClr val="000000"/>
                </a:solidFill>
                <a:effectLst/>
              </a:rPr>
              <a:t>: This is where you outline your marketing strategy, including your target market segments, positioning, branding, promotion channels, and budget. You should also define your marketing goals and metrics to measure your performance.</a:t>
            </a:r>
          </a:p>
          <a:p>
            <a:pPr algn="l">
              <a:buFont typeface="Arial" panose="020B0604020202020204" pitchFamily="34" charset="0"/>
              <a:buChar char="•"/>
            </a:pPr>
            <a:r>
              <a:rPr lang="en-US" altLang="ko-KR" sz="1400" b="1" i="0" dirty="0">
                <a:solidFill>
                  <a:srgbClr val="000000"/>
                </a:solidFill>
                <a:effectLst/>
              </a:rPr>
              <a:t>Sales strategy</a:t>
            </a:r>
            <a:r>
              <a:rPr lang="en-US" altLang="ko-KR" sz="1400" b="0" i="0" dirty="0">
                <a:solidFill>
                  <a:srgbClr val="000000"/>
                </a:solidFill>
                <a:effectLst/>
              </a:rPr>
              <a:t>: This is where you describe how you sell your product or service to customers, including your sales process, channels, methods, and tools. You should also forecast your sales volume and revenue for the next few years.</a:t>
            </a:r>
          </a:p>
          <a:p>
            <a:pPr algn="l">
              <a:buFont typeface="Arial" panose="020B0604020202020204" pitchFamily="34" charset="0"/>
              <a:buChar char="•"/>
            </a:pPr>
            <a:r>
              <a:rPr lang="en-US" altLang="ko-KR" sz="1400" b="1" i="0" dirty="0">
                <a:solidFill>
                  <a:srgbClr val="000000"/>
                </a:solidFill>
                <a:effectLst/>
              </a:rPr>
              <a:t>Funding details or request</a:t>
            </a:r>
            <a:r>
              <a:rPr lang="en-US" altLang="ko-KR" sz="1400" b="0" i="0" dirty="0">
                <a:solidFill>
                  <a:srgbClr val="000000"/>
                </a:solidFill>
                <a:effectLst/>
              </a:rPr>
              <a:t>: This is where you state how much money you need to start and run your business, how you will use it, and what sources of funding you have or seek. You should also provide evidence of your financial viability and credibility.</a:t>
            </a:r>
          </a:p>
          <a:p>
            <a:pPr algn="l">
              <a:buFont typeface="Arial" panose="020B0604020202020204" pitchFamily="34" charset="0"/>
              <a:buChar char="•"/>
            </a:pPr>
            <a:r>
              <a:rPr lang="en-US" altLang="ko-KR" sz="1400" b="1" i="0" dirty="0">
                <a:solidFill>
                  <a:srgbClr val="000000"/>
                </a:solidFill>
                <a:effectLst/>
              </a:rPr>
              <a:t>Financial projections</a:t>
            </a:r>
            <a:r>
              <a:rPr lang="en-US" altLang="ko-KR" sz="1400" b="0" i="0" dirty="0">
                <a:solidFill>
                  <a:srgbClr val="000000"/>
                </a:solidFill>
                <a:effectLst/>
              </a:rPr>
              <a:t>: This is where you present your financial statements, such as income statement, balance sheet, cash flow statement, and break-even analysis. You should also include any assumptions or risks that may affect your financial performance.</a:t>
            </a:r>
          </a:p>
        </p:txBody>
      </p:sp>
      <p:sp>
        <p:nvSpPr>
          <p:cNvPr id="2" name="자유형: 도형 1">
            <a:extLst>
              <a:ext uri="{FF2B5EF4-FFF2-40B4-BE49-F238E27FC236}">
                <a16:creationId xmlns:a16="http://schemas.microsoft.com/office/drawing/2014/main" id="{6EB0FA62-B0AD-EE37-78C5-B2B05C6159BE}"/>
              </a:ext>
            </a:extLst>
          </p:cNvPr>
          <p:cNvSpPr/>
          <p:nvPr/>
        </p:nvSpPr>
        <p:spPr>
          <a:xfrm>
            <a:off x="0" y="0"/>
            <a:ext cx="12192000" cy="6858000"/>
          </a:xfrm>
          <a:custGeom>
            <a:avLst/>
            <a:gdLst>
              <a:gd name="connsiteX0" fmla="*/ 381053 w 12192000"/>
              <a:gd name="connsiteY0" fmla="*/ 252663 h 6858000"/>
              <a:gd name="connsiteX1" fmla="*/ 240632 w 12192000"/>
              <a:gd name="connsiteY1" fmla="*/ 393084 h 6858000"/>
              <a:gd name="connsiteX2" fmla="*/ 240632 w 12192000"/>
              <a:gd name="connsiteY2" fmla="*/ 6494994 h 6858000"/>
              <a:gd name="connsiteX3" fmla="*/ 381053 w 12192000"/>
              <a:gd name="connsiteY3" fmla="*/ 6635415 h 6858000"/>
              <a:gd name="connsiteX4" fmla="*/ 11800921 w 12192000"/>
              <a:gd name="connsiteY4" fmla="*/ 6635415 h 6858000"/>
              <a:gd name="connsiteX5" fmla="*/ 11941342 w 12192000"/>
              <a:gd name="connsiteY5" fmla="*/ 6494994 h 6858000"/>
              <a:gd name="connsiteX6" fmla="*/ 11941342 w 12192000"/>
              <a:gd name="connsiteY6" fmla="*/ 393084 h 6858000"/>
              <a:gd name="connsiteX7" fmla="*/ 11800921 w 12192000"/>
              <a:gd name="connsiteY7" fmla="*/ 252663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381053" y="252663"/>
                </a:moveTo>
                <a:cubicBezTo>
                  <a:pt x="303501" y="252663"/>
                  <a:pt x="240632" y="315532"/>
                  <a:pt x="240632" y="393084"/>
                </a:cubicBezTo>
                <a:lnTo>
                  <a:pt x="240632" y="6494994"/>
                </a:lnTo>
                <a:cubicBezTo>
                  <a:pt x="240632" y="6572546"/>
                  <a:pt x="303501" y="6635415"/>
                  <a:pt x="381053" y="6635415"/>
                </a:cubicBezTo>
                <a:lnTo>
                  <a:pt x="11800921" y="6635415"/>
                </a:lnTo>
                <a:cubicBezTo>
                  <a:pt x="11878473" y="6635415"/>
                  <a:pt x="11941342" y="6572546"/>
                  <a:pt x="11941342" y="6494994"/>
                </a:cubicBezTo>
                <a:lnTo>
                  <a:pt x="11941342" y="393084"/>
                </a:lnTo>
                <a:cubicBezTo>
                  <a:pt x="11941342" y="315532"/>
                  <a:pt x="11878473" y="252663"/>
                  <a:pt x="11800921" y="252663"/>
                </a:cubicBezTo>
                <a:close/>
                <a:moveTo>
                  <a:pt x="0" y="0"/>
                </a:moveTo>
                <a:lnTo>
                  <a:pt x="12192000" y="0"/>
                </a:lnTo>
                <a:lnTo>
                  <a:pt x="12192000" y="6858000"/>
                </a:lnTo>
                <a:lnTo>
                  <a:pt x="0" y="685800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Tree>
    <p:extLst>
      <p:ext uri="{BB962C8B-B14F-4D97-AF65-F5344CB8AC3E}">
        <p14:creationId xmlns:p14="http://schemas.microsoft.com/office/powerpoint/2010/main" val="2485860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제목 1">
            <a:extLst>
              <a:ext uri="{FF2B5EF4-FFF2-40B4-BE49-F238E27FC236}">
                <a16:creationId xmlns:a16="http://schemas.microsoft.com/office/drawing/2014/main" id="{2B62F8F5-6E5D-346A-3B10-88942D8D2A7A}"/>
              </a:ext>
            </a:extLst>
          </p:cNvPr>
          <p:cNvSpPr txBox="1">
            <a:spLocks/>
          </p:cNvSpPr>
          <p:nvPr/>
        </p:nvSpPr>
        <p:spPr>
          <a:xfrm>
            <a:off x="838200" y="455362"/>
            <a:ext cx="10515600" cy="1325563"/>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r>
              <a:rPr lang="en-US" altLang="ko-KR" sz="6600" dirty="0">
                <a:latin typeface="Eras Bold ITC" panose="020B0907030504020204" pitchFamily="34" charset="0"/>
                <a:ea typeface="Ebrima" panose="02000000000000000000" pitchFamily="2" charset="0"/>
                <a:cs typeface="Ebrima" panose="02000000000000000000" pitchFamily="2" charset="0"/>
              </a:rPr>
              <a:t>Spicy</a:t>
            </a:r>
            <a:r>
              <a:rPr lang="ko-KR" altLang="en-US" sz="6600" dirty="0">
                <a:latin typeface="Eras Bold ITC" panose="020B0907030504020204" pitchFamily="34" charset="0"/>
                <a:ea typeface="10X10" panose="020D0604000000000000" pitchFamily="34" charset="-127"/>
                <a:cs typeface="Dubai" panose="020B0503030403030204" pitchFamily="34" charset="-78"/>
              </a:rPr>
              <a:t> </a:t>
            </a:r>
            <a:r>
              <a:rPr lang="en-US" altLang="ko-KR" sz="6600" dirty="0">
                <a:latin typeface="Eras Bold ITC" panose="020B0907030504020204" pitchFamily="34" charset="0"/>
                <a:ea typeface="10X10" panose="020D0604000000000000" pitchFamily="34" charset="-127"/>
                <a:cs typeface="Dubai" panose="020B0503030403030204" pitchFamily="34" charset="-78"/>
              </a:rPr>
              <a:t>Jump</a:t>
            </a:r>
            <a:endParaRPr lang="ko-KR" altLang="en-US" sz="6600" dirty="0">
              <a:latin typeface="Gill Sans Ultra Bold" panose="020B0A02020104020203" pitchFamily="34" charset="0"/>
              <a:ea typeface="10X10" panose="020D0604000000000000" pitchFamily="34" charset="-127"/>
              <a:cs typeface="Dubai" panose="020B0503030403030204" pitchFamily="34" charset="-78"/>
            </a:endParaRPr>
          </a:p>
        </p:txBody>
      </p:sp>
      <p:sp>
        <p:nvSpPr>
          <p:cNvPr id="2" name="자유형: 도형 1">
            <a:extLst>
              <a:ext uri="{FF2B5EF4-FFF2-40B4-BE49-F238E27FC236}">
                <a16:creationId xmlns:a16="http://schemas.microsoft.com/office/drawing/2014/main" id="{E4E6FEF5-ABC3-5FEC-8C0C-5D3A12DA255F}"/>
              </a:ext>
            </a:extLst>
          </p:cNvPr>
          <p:cNvSpPr/>
          <p:nvPr/>
        </p:nvSpPr>
        <p:spPr>
          <a:xfrm>
            <a:off x="0" y="0"/>
            <a:ext cx="12192000" cy="6858000"/>
          </a:xfrm>
          <a:custGeom>
            <a:avLst/>
            <a:gdLst>
              <a:gd name="connsiteX0" fmla="*/ 381053 w 12192000"/>
              <a:gd name="connsiteY0" fmla="*/ 252663 h 6858000"/>
              <a:gd name="connsiteX1" fmla="*/ 240632 w 12192000"/>
              <a:gd name="connsiteY1" fmla="*/ 393084 h 6858000"/>
              <a:gd name="connsiteX2" fmla="*/ 240632 w 12192000"/>
              <a:gd name="connsiteY2" fmla="*/ 6494994 h 6858000"/>
              <a:gd name="connsiteX3" fmla="*/ 381053 w 12192000"/>
              <a:gd name="connsiteY3" fmla="*/ 6635415 h 6858000"/>
              <a:gd name="connsiteX4" fmla="*/ 11800921 w 12192000"/>
              <a:gd name="connsiteY4" fmla="*/ 6635415 h 6858000"/>
              <a:gd name="connsiteX5" fmla="*/ 11941342 w 12192000"/>
              <a:gd name="connsiteY5" fmla="*/ 6494994 h 6858000"/>
              <a:gd name="connsiteX6" fmla="*/ 11941342 w 12192000"/>
              <a:gd name="connsiteY6" fmla="*/ 393084 h 6858000"/>
              <a:gd name="connsiteX7" fmla="*/ 11800921 w 12192000"/>
              <a:gd name="connsiteY7" fmla="*/ 252663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381053" y="252663"/>
                </a:moveTo>
                <a:cubicBezTo>
                  <a:pt x="303501" y="252663"/>
                  <a:pt x="240632" y="315532"/>
                  <a:pt x="240632" y="393084"/>
                </a:cubicBezTo>
                <a:lnTo>
                  <a:pt x="240632" y="6494994"/>
                </a:lnTo>
                <a:cubicBezTo>
                  <a:pt x="240632" y="6572546"/>
                  <a:pt x="303501" y="6635415"/>
                  <a:pt x="381053" y="6635415"/>
                </a:cubicBezTo>
                <a:lnTo>
                  <a:pt x="11800921" y="6635415"/>
                </a:lnTo>
                <a:cubicBezTo>
                  <a:pt x="11878473" y="6635415"/>
                  <a:pt x="11941342" y="6572546"/>
                  <a:pt x="11941342" y="6494994"/>
                </a:cubicBezTo>
                <a:lnTo>
                  <a:pt x="11941342" y="393084"/>
                </a:lnTo>
                <a:cubicBezTo>
                  <a:pt x="11941342" y="315532"/>
                  <a:pt x="11878473" y="252663"/>
                  <a:pt x="11800921" y="252663"/>
                </a:cubicBezTo>
                <a:close/>
                <a:moveTo>
                  <a:pt x="0" y="0"/>
                </a:moveTo>
                <a:lnTo>
                  <a:pt x="12192000" y="0"/>
                </a:lnTo>
                <a:lnTo>
                  <a:pt x="12192000" y="6858000"/>
                </a:lnTo>
                <a:lnTo>
                  <a:pt x="0" y="685800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3" name="TextBox 2">
            <a:extLst>
              <a:ext uri="{FF2B5EF4-FFF2-40B4-BE49-F238E27FC236}">
                <a16:creationId xmlns:a16="http://schemas.microsoft.com/office/drawing/2014/main" id="{00D69AE1-3335-51CD-4CA1-B369615B6A08}"/>
              </a:ext>
            </a:extLst>
          </p:cNvPr>
          <p:cNvSpPr txBox="1"/>
          <p:nvPr/>
        </p:nvSpPr>
        <p:spPr>
          <a:xfrm>
            <a:off x="1391652" y="1866955"/>
            <a:ext cx="9408696" cy="369332"/>
          </a:xfrm>
          <a:prstGeom prst="rect">
            <a:avLst/>
          </a:prstGeom>
          <a:noFill/>
        </p:spPr>
        <p:txBody>
          <a:bodyPr wrap="square" rtlCol="0" anchor="ctr">
            <a:spAutoFit/>
          </a:bodyPr>
          <a:lstStyle/>
          <a:p>
            <a:pPr algn="ctr"/>
            <a:r>
              <a:rPr lang="en-US" altLang="ko-KR" dirty="0">
                <a:latin typeface="Arial Black" panose="020B0A04020102020204" pitchFamily="34" charset="0"/>
              </a:rPr>
              <a:t>Animation/Platform</a:t>
            </a:r>
          </a:p>
        </p:txBody>
      </p:sp>
    </p:spTree>
    <p:extLst>
      <p:ext uri="{BB962C8B-B14F-4D97-AF65-F5344CB8AC3E}">
        <p14:creationId xmlns:p14="http://schemas.microsoft.com/office/powerpoint/2010/main" val="132150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EF6057-43C4-40FC-44C8-8FD83FEAF69F}"/>
              </a:ext>
            </a:extLst>
          </p:cNvPr>
          <p:cNvSpPr txBox="1"/>
          <p:nvPr/>
        </p:nvSpPr>
        <p:spPr>
          <a:xfrm>
            <a:off x="667752" y="418736"/>
            <a:ext cx="5305926" cy="369332"/>
          </a:xfrm>
          <a:prstGeom prst="rect">
            <a:avLst/>
          </a:prstGeom>
          <a:noFill/>
        </p:spPr>
        <p:txBody>
          <a:bodyPr wrap="square" rtlCol="0">
            <a:spAutoFit/>
          </a:bodyPr>
          <a:lstStyle/>
          <a:p>
            <a:r>
              <a:rPr lang="en-US" altLang="ko-KR" b="1" dirty="0"/>
              <a:t>Ⅰ</a:t>
            </a:r>
            <a:r>
              <a:rPr lang="en-US" altLang="ko-KR" b="1" dirty="0">
                <a:latin typeface="Arial Black" panose="020B0A04020102020204" pitchFamily="34" charset="0"/>
              </a:rPr>
              <a:t>. Executive Summary</a:t>
            </a:r>
            <a:endParaRPr lang="ko-KR" altLang="en-US" b="1" dirty="0">
              <a:latin typeface="Arial Black" panose="020B0A04020102020204" pitchFamily="34" charset="0"/>
            </a:endParaRPr>
          </a:p>
        </p:txBody>
      </p:sp>
      <p:sp>
        <p:nvSpPr>
          <p:cNvPr id="3" name="TextBox 2">
            <a:extLst>
              <a:ext uri="{FF2B5EF4-FFF2-40B4-BE49-F238E27FC236}">
                <a16:creationId xmlns:a16="http://schemas.microsoft.com/office/drawing/2014/main" id="{F9B10387-F5BD-7C7A-A2BB-8F036D8ADA8B}"/>
              </a:ext>
            </a:extLst>
          </p:cNvPr>
          <p:cNvSpPr txBox="1"/>
          <p:nvPr/>
        </p:nvSpPr>
        <p:spPr>
          <a:xfrm>
            <a:off x="667752" y="1032346"/>
            <a:ext cx="10659980" cy="5078313"/>
          </a:xfrm>
          <a:prstGeom prst="rect">
            <a:avLst/>
          </a:prstGeom>
          <a:noFill/>
        </p:spPr>
        <p:txBody>
          <a:bodyPr wrap="square" rtlCol="0">
            <a:spAutoFit/>
          </a:bodyPr>
          <a:lstStyle/>
          <a:p>
            <a:pPr marL="342900" indent="-342900">
              <a:buFont typeface="+mj-lt"/>
              <a:buAutoNum type="arabicPeriod"/>
            </a:pPr>
            <a:r>
              <a:rPr lang="en-US" altLang="ko-KR" b="1" dirty="0">
                <a:latin typeface="Arial" panose="020B0604020202020204" pitchFamily="34" charset="0"/>
                <a:cs typeface="Arial" panose="020B0604020202020204" pitchFamily="34" charset="0"/>
              </a:rPr>
              <a:t>Spicy Jump</a:t>
            </a:r>
            <a:r>
              <a:rPr lang="en-US" altLang="ko-KR" dirty="0">
                <a:latin typeface="Arial" panose="020B0604020202020204" pitchFamily="34" charset="0"/>
                <a:cs typeface="Arial" panose="020B0604020202020204" pitchFamily="34" charset="0"/>
              </a:rPr>
              <a:t>: </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The title of animation content</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Location: Seoul</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Idea:</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There is no K-food contents for proper network to share the benefits, but it is hot now</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Offers</a:t>
            </a:r>
            <a:r>
              <a:rPr lang="en-US" altLang="ko-KR" dirty="0">
                <a:latin typeface="Arial" panose="020B0604020202020204" pitchFamily="34" charset="0"/>
                <a:cs typeface="Arial" panose="020B0604020202020204" pitchFamily="34" charset="0"/>
              </a:rPr>
              <a:t>: </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Animation Episode Content, Platform service for K-cuisine</a:t>
            </a:r>
            <a:br>
              <a:rPr lang="en-US" altLang="ko-KR" dirty="0">
                <a:latin typeface="Arial" panose="020B0604020202020204" pitchFamily="34" charset="0"/>
                <a:cs typeface="Arial" panose="020B0604020202020204" pitchFamily="34" charset="0"/>
              </a:rPr>
            </a:br>
            <a:r>
              <a:rPr lang="en-US" altLang="ko-KR" u="sng" dirty="0">
                <a:latin typeface="Arial" panose="020B0604020202020204" pitchFamily="34" charset="0"/>
                <a:cs typeface="Arial" panose="020B0604020202020204" pitchFamily="34" charset="0"/>
              </a:rPr>
              <a:t>Problem</a:t>
            </a:r>
            <a:r>
              <a:rPr lang="en-US" altLang="ko-KR" dirty="0">
                <a:latin typeface="Arial" panose="020B0604020202020204" pitchFamily="34" charset="0"/>
                <a:cs typeface="Arial" panose="020B0604020202020204" pitchFamily="34" charset="0"/>
              </a:rPr>
              <a:t>; Only a few create income for K-food contents, less expands and low information</a:t>
            </a:r>
            <a:br>
              <a:rPr lang="en-US" altLang="ko-KR" dirty="0">
                <a:latin typeface="Arial" panose="020B0604020202020204" pitchFamily="34" charset="0"/>
                <a:cs typeface="Arial" panose="020B0604020202020204" pitchFamily="34" charset="0"/>
              </a:rPr>
            </a:br>
            <a:r>
              <a:rPr lang="en-US" altLang="ko-KR" u="sng" dirty="0">
                <a:latin typeface="Arial" panose="020B0604020202020204" pitchFamily="34" charset="0"/>
                <a:cs typeface="Arial" panose="020B0604020202020204" pitchFamily="34" charset="0"/>
              </a:rPr>
              <a:t>Solution</a:t>
            </a:r>
            <a:r>
              <a:rPr lang="en-US" altLang="ko-KR" dirty="0">
                <a:latin typeface="Arial" panose="020B0604020202020204" pitchFamily="34" charset="0"/>
                <a:cs typeface="Arial" panose="020B0604020202020204" pitchFamily="34" charset="0"/>
              </a:rPr>
              <a:t>; Create new food chain, Recipe, Material Info, Connecting company, consumer, producer in one platform</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Product &amp; Service</a:t>
            </a:r>
            <a:r>
              <a:rPr lang="en-US" altLang="ko-KR" dirty="0">
                <a:latin typeface="Arial" panose="020B0604020202020204" pitchFamily="34" charset="0"/>
                <a:cs typeface="Arial" panose="020B0604020202020204" pitchFamily="34" charset="0"/>
              </a:rPr>
              <a:t>:</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Product: Animation Reel, 2 minutes, 60 Episodes for 1 Season project</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              Platform Service, Mobile App/Web App Product</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Service: Animation Show for K-Food story</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              K-Food and Supply chain information and Network</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Benefits: Animation Licensing income, New supply chain network, Build K-food line</a:t>
            </a:r>
          </a:p>
          <a:p>
            <a:pPr marL="342900" indent="-342900">
              <a:buFont typeface="+mj-lt"/>
              <a:buAutoNum type="arabicPeriod"/>
            </a:pPr>
            <a:endParaRPr lang="en-US" altLang="ko-KR" dirty="0">
              <a:latin typeface="Arial" panose="020B0604020202020204" pitchFamily="34" charset="0"/>
              <a:cs typeface="Arial" panose="020B0604020202020204" pitchFamily="34" charset="0"/>
            </a:endParaRPr>
          </a:p>
          <a:p>
            <a:pPr marL="342900" indent="-342900">
              <a:buFont typeface="+mj-lt"/>
              <a:buAutoNum type="arabicPeriod"/>
            </a:pPr>
            <a:endParaRPr lang="en-US" altLang="ko-KR" dirty="0">
              <a:latin typeface="Arial Black" panose="020B0A04020102020204" pitchFamily="34" charset="0"/>
            </a:endParaRPr>
          </a:p>
        </p:txBody>
      </p:sp>
      <p:sp>
        <p:nvSpPr>
          <p:cNvPr id="8" name="자유형: 도형 7">
            <a:extLst>
              <a:ext uri="{FF2B5EF4-FFF2-40B4-BE49-F238E27FC236}">
                <a16:creationId xmlns:a16="http://schemas.microsoft.com/office/drawing/2014/main" id="{DC8538BE-F3B3-7EF3-D7E4-BA7A47345BEA}"/>
              </a:ext>
            </a:extLst>
          </p:cNvPr>
          <p:cNvSpPr/>
          <p:nvPr/>
        </p:nvSpPr>
        <p:spPr>
          <a:xfrm>
            <a:off x="0" y="0"/>
            <a:ext cx="12192000" cy="6858000"/>
          </a:xfrm>
          <a:custGeom>
            <a:avLst/>
            <a:gdLst>
              <a:gd name="connsiteX0" fmla="*/ 381053 w 12192000"/>
              <a:gd name="connsiteY0" fmla="*/ 252663 h 6858000"/>
              <a:gd name="connsiteX1" fmla="*/ 240632 w 12192000"/>
              <a:gd name="connsiteY1" fmla="*/ 393084 h 6858000"/>
              <a:gd name="connsiteX2" fmla="*/ 240632 w 12192000"/>
              <a:gd name="connsiteY2" fmla="*/ 6494994 h 6858000"/>
              <a:gd name="connsiteX3" fmla="*/ 381053 w 12192000"/>
              <a:gd name="connsiteY3" fmla="*/ 6635415 h 6858000"/>
              <a:gd name="connsiteX4" fmla="*/ 11800921 w 12192000"/>
              <a:gd name="connsiteY4" fmla="*/ 6635415 h 6858000"/>
              <a:gd name="connsiteX5" fmla="*/ 11941342 w 12192000"/>
              <a:gd name="connsiteY5" fmla="*/ 6494994 h 6858000"/>
              <a:gd name="connsiteX6" fmla="*/ 11941342 w 12192000"/>
              <a:gd name="connsiteY6" fmla="*/ 393084 h 6858000"/>
              <a:gd name="connsiteX7" fmla="*/ 11800921 w 12192000"/>
              <a:gd name="connsiteY7" fmla="*/ 252663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381053" y="252663"/>
                </a:moveTo>
                <a:cubicBezTo>
                  <a:pt x="303501" y="252663"/>
                  <a:pt x="240632" y="315532"/>
                  <a:pt x="240632" y="393084"/>
                </a:cubicBezTo>
                <a:lnTo>
                  <a:pt x="240632" y="6494994"/>
                </a:lnTo>
                <a:cubicBezTo>
                  <a:pt x="240632" y="6572546"/>
                  <a:pt x="303501" y="6635415"/>
                  <a:pt x="381053" y="6635415"/>
                </a:cubicBezTo>
                <a:lnTo>
                  <a:pt x="11800921" y="6635415"/>
                </a:lnTo>
                <a:cubicBezTo>
                  <a:pt x="11878473" y="6635415"/>
                  <a:pt x="11941342" y="6572546"/>
                  <a:pt x="11941342" y="6494994"/>
                </a:cubicBezTo>
                <a:lnTo>
                  <a:pt x="11941342" y="393084"/>
                </a:lnTo>
                <a:cubicBezTo>
                  <a:pt x="11941342" y="315532"/>
                  <a:pt x="11878473" y="252663"/>
                  <a:pt x="11800921" y="252663"/>
                </a:cubicBezTo>
                <a:close/>
                <a:moveTo>
                  <a:pt x="0" y="0"/>
                </a:moveTo>
                <a:lnTo>
                  <a:pt x="12192000" y="0"/>
                </a:lnTo>
                <a:lnTo>
                  <a:pt x="12192000" y="6858000"/>
                </a:lnTo>
                <a:lnTo>
                  <a:pt x="0" y="685800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Tree>
    <p:extLst>
      <p:ext uri="{BB962C8B-B14F-4D97-AF65-F5344CB8AC3E}">
        <p14:creationId xmlns:p14="http://schemas.microsoft.com/office/powerpoint/2010/main" val="2164045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EF6057-43C4-40FC-44C8-8FD83FEAF69F}"/>
              </a:ext>
            </a:extLst>
          </p:cNvPr>
          <p:cNvSpPr txBox="1"/>
          <p:nvPr/>
        </p:nvSpPr>
        <p:spPr>
          <a:xfrm>
            <a:off x="667752" y="418736"/>
            <a:ext cx="5305926" cy="369332"/>
          </a:xfrm>
          <a:prstGeom prst="rect">
            <a:avLst/>
          </a:prstGeom>
          <a:noFill/>
        </p:spPr>
        <p:txBody>
          <a:bodyPr wrap="square" rtlCol="0">
            <a:spAutoFit/>
          </a:bodyPr>
          <a:lstStyle/>
          <a:p>
            <a:r>
              <a:rPr lang="en-US" altLang="ko-KR" b="1" dirty="0"/>
              <a:t>Ⅱ</a:t>
            </a:r>
            <a:r>
              <a:rPr lang="en-US" altLang="ko-KR" b="1" dirty="0">
                <a:latin typeface="Arial Black" panose="020B0A04020102020204" pitchFamily="34" charset="0"/>
              </a:rPr>
              <a:t>. Business</a:t>
            </a:r>
            <a:endParaRPr lang="ko-KR" altLang="en-US" b="1" dirty="0">
              <a:latin typeface="Arial Black" panose="020B0A04020102020204" pitchFamily="34" charset="0"/>
            </a:endParaRPr>
          </a:p>
        </p:txBody>
      </p:sp>
      <p:sp>
        <p:nvSpPr>
          <p:cNvPr id="3" name="TextBox 2">
            <a:extLst>
              <a:ext uri="{FF2B5EF4-FFF2-40B4-BE49-F238E27FC236}">
                <a16:creationId xmlns:a16="http://schemas.microsoft.com/office/drawing/2014/main" id="{F9B10387-F5BD-7C7A-A2BB-8F036D8ADA8B}"/>
              </a:ext>
            </a:extLst>
          </p:cNvPr>
          <p:cNvSpPr txBox="1"/>
          <p:nvPr/>
        </p:nvSpPr>
        <p:spPr>
          <a:xfrm>
            <a:off x="667752" y="1032346"/>
            <a:ext cx="10659980" cy="4247317"/>
          </a:xfrm>
          <a:prstGeom prst="rect">
            <a:avLst/>
          </a:prstGeom>
          <a:noFill/>
        </p:spPr>
        <p:txBody>
          <a:bodyPr wrap="square" rtlCol="0">
            <a:spAutoFit/>
          </a:bodyPr>
          <a:lstStyle/>
          <a:p>
            <a:pPr marL="342900" indent="-342900">
              <a:buFont typeface="+mj-lt"/>
              <a:buAutoNum type="arabicPeriod"/>
            </a:pPr>
            <a:r>
              <a:rPr lang="en-US" altLang="ko-KR" b="1" dirty="0">
                <a:latin typeface="Arial" panose="020B0604020202020204" pitchFamily="34" charset="0"/>
                <a:cs typeface="Arial" panose="020B0604020202020204" pitchFamily="34" charset="0"/>
              </a:rPr>
              <a:t>What your business does,</a:t>
            </a:r>
            <a:r>
              <a:rPr lang="en-US" altLang="ko-KR" dirty="0">
                <a:latin typeface="Arial" panose="020B0604020202020204" pitchFamily="34" charset="0"/>
                <a:cs typeface="Arial" panose="020B0604020202020204" pitchFamily="34" charset="0"/>
              </a:rPr>
              <a:t> </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Data service, K-food platform Service, guides to build new supply chain map</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Who our customers are,</a:t>
            </a:r>
            <a:r>
              <a:rPr lang="en-US" altLang="ko-KR" dirty="0">
                <a:latin typeface="Arial" panose="020B0604020202020204" pitchFamily="34" charset="0"/>
                <a:cs typeface="Arial" panose="020B0604020202020204" pitchFamily="34" charset="0"/>
              </a:rPr>
              <a:t> </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Korean Food followers, </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Social network users,</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Korean food</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What problem we solve,</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Build first k-food platform,</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Create new food supply chain for user’s new chance</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What makes you unique,</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Very short animation, but it has a food information</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Make a network chance</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Not only limited to Korean food</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Purchase Map service</a:t>
            </a:r>
          </a:p>
          <a:p>
            <a:pPr marL="342900" indent="-342900">
              <a:buFont typeface="+mj-lt"/>
              <a:buAutoNum type="arabicPeriod"/>
            </a:pPr>
            <a:endParaRPr lang="en-US" altLang="ko-KR" dirty="0">
              <a:latin typeface="Arial Black" panose="020B0A04020102020204" pitchFamily="34" charset="0"/>
            </a:endParaRPr>
          </a:p>
        </p:txBody>
      </p:sp>
      <p:sp>
        <p:nvSpPr>
          <p:cNvPr id="8" name="자유형: 도형 7">
            <a:extLst>
              <a:ext uri="{FF2B5EF4-FFF2-40B4-BE49-F238E27FC236}">
                <a16:creationId xmlns:a16="http://schemas.microsoft.com/office/drawing/2014/main" id="{DC8538BE-F3B3-7EF3-D7E4-BA7A47345BEA}"/>
              </a:ext>
            </a:extLst>
          </p:cNvPr>
          <p:cNvSpPr/>
          <p:nvPr/>
        </p:nvSpPr>
        <p:spPr>
          <a:xfrm>
            <a:off x="0" y="0"/>
            <a:ext cx="12192000" cy="6858000"/>
          </a:xfrm>
          <a:custGeom>
            <a:avLst/>
            <a:gdLst>
              <a:gd name="connsiteX0" fmla="*/ 381053 w 12192000"/>
              <a:gd name="connsiteY0" fmla="*/ 252663 h 6858000"/>
              <a:gd name="connsiteX1" fmla="*/ 240632 w 12192000"/>
              <a:gd name="connsiteY1" fmla="*/ 393084 h 6858000"/>
              <a:gd name="connsiteX2" fmla="*/ 240632 w 12192000"/>
              <a:gd name="connsiteY2" fmla="*/ 6494994 h 6858000"/>
              <a:gd name="connsiteX3" fmla="*/ 381053 w 12192000"/>
              <a:gd name="connsiteY3" fmla="*/ 6635415 h 6858000"/>
              <a:gd name="connsiteX4" fmla="*/ 11800921 w 12192000"/>
              <a:gd name="connsiteY4" fmla="*/ 6635415 h 6858000"/>
              <a:gd name="connsiteX5" fmla="*/ 11941342 w 12192000"/>
              <a:gd name="connsiteY5" fmla="*/ 6494994 h 6858000"/>
              <a:gd name="connsiteX6" fmla="*/ 11941342 w 12192000"/>
              <a:gd name="connsiteY6" fmla="*/ 393084 h 6858000"/>
              <a:gd name="connsiteX7" fmla="*/ 11800921 w 12192000"/>
              <a:gd name="connsiteY7" fmla="*/ 252663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381053" y="252663"/>
                </a:moveTo>
                <a:cubicBezTo>
                  <a:pt x="303501" y="252663"/>
                  <a:pt x="240632" y="315532"/>
                  <a:pt x="240632" y="393084"/>
                </a:cubicBezTo>
                <a:lnTo>
                  <a:pt x="240632" y="6494994"/>
                </a:lnTo>
                <a:cubicBezTo>
                  <a:pt x="240632" y="6572546"/>
                  <a:pt x="303501" y="6635415"/>
                  <a:pt x="381053" y="6635415"/>
                </a:cubicBezTo>
                <a:lnTo>
                  <a:pt x="11800921" y="6635415"/>
                </a:lnTo>
                <a:cubicBezTo>
                  <a:pt x="11878473" y="6635415"/>
                  <a:pt x="11941342" y="6572546"/>
                  <a:pt x="11941342" y="6494994"/>
                </a:cubicBezTo>
                <a:lnTo>
                  <a:pt x="11941342" y="393084"/>
                </a:lnTo>
                <a:cubicBezTo>
                  <a:pt x="11941342" y="315532"/>
                  <a:pt x="11878473" y="252663"/>
                  <a:pt x="11800921" y="252663"/>
                </a:cubicBezTo>
                <a:close/>
                <a:moveTo>
                  <a:pt x="0" y="0"/>
                </a:moveTo>
                <a:lnTo>
                  <a:pt x="12192000" y="0"/>
                </a:lnTo>
                <a:lnTo>
                  <a:pt x="12192000" y="6858000"/>
                </a:lnTo>
                <a:lnTo>
                  <a:pt x="0" y="685800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Tree>
    <p:extLst>
      <p:ext uri="{BB962C8B-B14F-4D97-AF65-F5344CB8AC3E}">
        <p14:creationId xmlns:p14="http://schemas.microsoft.com/office/powerpoint/2010/main" val="455654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EF6057-43C4-40FC-44C8-8FD83FEAF69F}"/>
              </a:ext>
            </a:extLst>
          </p:cNvPr>
          <p:cNvSpPr txBox="1"/>
          <p:nvPr/>
        </p:nvSpPr>
        <p:spPr>
          <a:xfrm>
            <a:off x="667752" y="418736"/>
            <a:ext cx="5305926" cy="369332"/>
          </a:xfrm>
          <a:prstGeom prst="rect">
            <a:avLst/>
          </a:prstGeom>
          <a:noFill/>
        </p:spPr>
        <p:txBody>
          <a:bodyPr wrap="square" rtlCol="0">
            <a:spAutoFit/>
          </a:bodyPr>
          <a:lstStyle/>
          <a:p>
            <a:r>
              <a:rPr lang="en-US" altLang="ko-KR" b="1" dirty="0"/>
              <a:t>Ⅲ</a:t>
            </a:r>
            <a:r>
              <a:rPr lang="en-US" altLang="ko-KR" b="1" dirty="0">
                <a:latin typeface="Arial Black" panose="020B0A04020102020204" pitchFamily="34" charset="0"/>
              </a:rPr>
              <a:t>. Market Analysis</a:t>
            </a:r>
            <a:endParaRPr lang="ko-KR" altLang="en-US" b="1" dirty="0">
              <a:latin typeface="Arial Black" panose="020B0A04020102020204" pitchFamily="34" charset="0"/>
            </a:endParaRPr>
          </a:p>
        </p:txBody>
      </p:sp>
      <p:sp>
        <p:nvSpPr>
          <p:cNvPr id="3" name="TextBox 2">
            <a:extLst>
              <a:ext uri="{FF2B5EF4-FFF2-40B4-BE49-F238E27FC236}">
                <a16:creationId xmlns:a16="http://schemas.microsoft.com/office/drawing/2014/main" id="{F9B10387-F5BD-7C7A-A2BB-8F036D8ADA8B}"/>
              </a:ext>
            </a:extLst>
          </p:cNvPr>
          <p:cNvSpPr txBox="1"/>
          <p:nvPr/>
        </p:nvSpPr>
        <p:spPr>
          <a:xfrm>
            <a:off x="667752" y="1032346"/>
            <a:ext cx="10659980" cy="5078313"/>
          </a:xfrm>
          <a:prstGeom prst="rect">
            <a:avLst/>
          </a:prstGeom>
          <a:noFill/>
        </p:spPr>
        <p:txBody>
          <a:bodyPr wrap="square" rtlCol="0">
            <a:spAutoFit/>
          </a:bodyPr>
          <a:lstStyle/>
          <a:p>
            <a:pPr marL="342900" indent="-342900">
              <a:buFont typeface="+mj-lt"/>
              <a:buAutoNum type="arabicPeriod"/>
            </a:pPr>
            <a:r>
              <a:rPr lang="en-US" altLang="ko-KR" b="1" dirty="0">
                <a:latin typeface="Arial" panose="020B0604020202020204" pitchFamily="34" charset="0"/>
                <a:cs typeface="Arial" panose="020B0604020202020204" pitchFamily="34" charset="0"/>
              </a:rPr>
              <a:t>Industry</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Food market, Cuisine, SNS, </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Target market</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Place in popularity of Korean food in online market</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Southeast Asia, North America, EU for Korean food consumer base</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Customer needs,</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Simple cook &amp; delicious Korean food</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Healthy ingredient</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Practical helpful information such as buying info, ingredient info, network info.</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Competitors</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TikTok, Instagram, Twitter, </a:t>
            </a:r>
            <a:r>
              <a:rPr lang="en-US" altLang="ko-KR" dirty="0" err="1">
                <a:latin typeface="Arial" panose="020B0604020202020204" pitchFamily="34" charset="0"/>
                <a:cs typeface="Arial" panose="020B0604020202020204" pitchFamily="34" charset="0"/>
              </a:rPr>
              <a:t>Youtube</a:t>
            </a:r>
            <a:r>
              <a:rPr lang="en-US" altLang="ko-KR" dirty="0">
                <a:latin typeface="Arial" panose="020B0604020202020204" pitchFamily="34" charset="0"/>
                <a:cs typeface="Arial" panose="020B0604020202020204" pitchFamily="34" charset="0"/>
              </a:rPr>
              <a:t>, Netflix, Disney+</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Who are the K-food creator in those SNS channels</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Trends</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Short contents information delivery</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Proper healthy K-food ingredient; second consumptions are yet to come</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Not only food</a:t>
            </a:r>
          </a:p>
          <a:p>
            <a:pPr marL="342900" indent="-342900">
              <a:buFont typeface="+mj-lt"/>
              <a:buAutoNum type="arabicPeriod"/>
            </a:pPr>
            <a:endParaRPr lang="en-US" altLang="ko-KR" dirty="0">
              <a:latin typeface="Arial" panose="020B0604020202020204" pitchFamily="34" charset="0"/>
              <a:cs typeface="Arial" panose="020B0604020202020204" pitchFamily="34" charset="0"/>
            </a:endParaRPr>
          </a:p>
          <a:p>
            <a:pPr marL="342900" indent="-342900">
              <a:buFont typeface="+mj-lt"/>
              <a:buAutoNum type="arabicPeriod"/>
            </a:pPr>
            <a:endParaRPr lang="en-US" altLang="ko-KR" dirty="0">
              <a:latin typeface="Arial Black" panose="020B0A04020102020204" pitchFamily="34" charset="0"/>
            </a:endParaRPr>
          </a:p>
        </p:txBody>
      </p:sp>
      <p:sp>
        <p:nvSpPr>
          <p:cNvPr id="8" name="자유형: 도형 7">
            <a:extLst>
              <a:ext uri="{FF2B5EF4-FFF2-40B4-BE49-F238E27FC236}">
                <a16:creationId xmlns:a16="http://schemas.microsoft.com/office/drawing/2014/main" id="{DC8538BE-F3B3-7EF3-D7E4-BA7A47345BEA}"/>
              </a:ext>
            </a:extLst>
          </p:cNvPr>
          <p:cNvSpPr/>
          <p:nvPr/>
        </p:nvSpPr>
        <p:spPr>
          <a:xfrm>
            <a:off x="0" y="0"/>
            <a:ext cx="12192000" cy="6858000"/>
          </a:xfrm>
          <a:custGeom>
            <a:avLst/>
            <a:gdLst>
              <a:gd name="connsiteX0" fmla="*/ 381053 w 12192000"/>
              <a:gd name="connsiteY0" fmla="*/ 252663 h 6858000"/>
              <a:gd name="connsiteX1" fmla="*/ 240632 w 12192000"/>
              <a:gd name="connsiteY1" fmla="*/ 393084 h 6858000"/>
              <a:gd name="connsiteX2" fmla="*/ 240632 w 12192000"/>
              <a:gd name="connsiteY2" fmla="*/ 6494994 h 6858000"/>
              <a:gd name="connsiteX3" fmla="*/ 381053 w 12192000"/>
              <a:gd name="connsiteY3" fmla="*/ 6635415 h 6858000"/>
              <a:gd name="connsiteX4" fmla="*/ 11800921 w 12192000"/>
              <a:gd name="connsiteY4" fmla="*/ 6635415 h 6858000"/>
              <a:gd name="connsiteX5" fmla="*/ 11941342 w 12192000"/>
              <a:gd name="connsiteY5" fmla="*/ 6494994 h 6858000"/>
              <a:gd name="connsiteX6" fmla="*/ 11941342 w 12192000"/>
              <a:gd name="connsiteY6" fmla="*/ 393084 h 6858000"/>
              <a:gd name="connsiteX7" fmla="*/ 11800921 w 12192000"/>
              <a:gd name="connsiteY7" fmla="*/ 252663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381053" y="252663"/>
                </a:moveTo>
                <a:cubicBezTo>
                  <a:pt x="303501" y="252663"/>
                  <a:pt x="240632" y="315532"/>
                  <a:pt x="240632" y="393084"/>
                </a:cubicBezTo>
                <a:lnTo>
                  <a:pt x="240632" y="6494994"/>
                </a:lnTo>
                <a:cubicBezTo>
                  <a:pt x="240632" y="6572546"/>
                  <a:pt x="303501" y="6635415"/>
                  <a:pt x="381053" y="6635415"/>
                </a:cubicBezTo>
                <a:lnTo>
                  <a:pt x="11800921" y="6635415"/>
                </a:lnTo>
                <a:cubicBezTo>
                  <a:pt x="11878473" y="6635415"/>
                  <a:pt x="11941342" y="6572546"/>
                  <a:pt x="11941342" y="6494994"/>
                </a:cubicBezTo>
                <a:lnTo>
                  <a:pt x="11941342" y="393084"/>
                </a:lnTo>
                <a:cubicBezTo>
                  <a:pt x="11941342" y="315532"/>
                  <a:pt x="11878473" y="252663"/>
                  <a:pt x="11800921" y="252663"/>
                </a:cubicBezTo>
                <a:close/>
                <a:moveTo>
                  <a:pt x="0" y="0"/>
                </a:moveTo>
                <a:lnTo>
                  <a:pt x="12192000" y="0"/>
                </a:lnTo>
                <a:lnTo>
                  <a:pt x="12192000" y="6858000"/>
                </a:lnTo>
                <a:lnTo>
                  <a:pt x="0" y="685800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Tree>
    <p:extLst>
      <p:ext uri="{BB962C8B-B14F-4D97-AF65-F5344CB8AC3E}">
        <p14:creationId xmlns:p14="http://schemas.microsoft.com/office/powerpoint/2010/main" val="1262852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EF6057-43C4-40FC-44C8-8FD83FEAF69F}"/>
              </a:ext>
            </a:extLst>
          </p:cNvPr>
          <p:cNvSpPr txBox="1"/>
          <p:nvPr/>
        </p:nvSpPr>
        <p:spPr>
          <a:xfrm>
            <a:off x="667752" y="418736"/>
            <a:ext cx="5305926" cy="369332"/>
          </a:xfrm>
          <a:prstGeom prst="rect">
            <a:avLst/>
          </a:prstGeom>
          <a:noFill/>
        </p:spPr>
        <p:txBody>
          <a:bodyPr wrap="square" rtlCol="0">
            <a:spAutoFit/>
          </a:bodyPr>
          <a:lstStyle/>
          <a:p>
            <a:r>
              <a:rPr lang="en-US" altLang="ko-KR" b="1" dirty="0"/>
              <a:t>Ⅳ</a:t>
            </a:r>
            <a:r>
              <a:rPr lang="en-US" altLang="ko-KR" b="1" dirty="0">
                <a:latin typeface="Arial Black" panose="020B0A04020102020204" pitchFamily="34" charset="0"/>
              </a:rPr>
              <a:t>. Competitive Analysis</a:t>
            </a:r>
            <a:endParaRPr lang="ko-KR" altLang="en-US" b="1" dirty="0">
              <a:latin typeface="Arial Black" panose="020B0A04020102020204" pitchFamily="34" charset="0"/>
            </a:endParaRPr>
          </a:p>
        </p:txBody>
      </p:sp>
      <p:sp>
        <p:nvSpPr>
          <p:cNvPr id="3" name="TextBox 2">
            <a:extLst>
              <a:ext uri="{FF2B5EF4-FFF2-40B4-BE49-F238E27FC236}">
                <a16:creationId xmlns:a16="http://schemas.microsoft.com/office/drawing/2014/main" id="{F9B10387-F5BD-7C7A-A2BB-8F036D8ADA8B}"/>
              </a:ext>
            </a:extLst>
          </p:cNvPr>
          <p:cNvSpPr txBox="1"/>
          <p:nvPr/>
        </p:nvSpPr>
        <p:spPr>
          <a:xfrm>
            <a:off x="667752" y="1032346"/>
            <a:ext cx="10659980" cy="5632311"/>
          </a:xfrm>
          <a:prstGeom prst="rect">
            <a:avLst/>
          </a:prstGeom>
          <a:noFill/>
        </p:spPr>
        <p:txBody>
          <a:bodyPr wrap="square" rtlCol="0">
            <a:spAutoFit/>
          </a:bodyPr>
          <a:lstStyle/>
          <a:p>
            <a:pPr marL="342900" indent="-342900">
              <a:buFont typeface="+mj-lt"/>
              <a:buAutoNum type="arabicPeriod"/>
            </a:pPr>
            <a:r>
              <a:rPr lang="en-US" altLang="ko-KR" b="1" dirty="0">
                <a:latin typeface="Arial" panose="020B0604020202020204" pitchFamily="34" charset="0"/>
                <a:cs typeface="Arial" panose="020B0604020202020204" pitchFamily="34" charset="0"/>
              </a:rPr>
              <a:t>Main Competitor</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Social Network Service Providers’ contents</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Food Retailors(co-workers)</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Online Shopping Stores</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Animation Distributors</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The Strengths and weaknesses</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The strengths; user’s data, first content for k-food, specialized in food, A.I service by two kinds</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The weakness; dispersed by IP and IT platform, competitors are so strong, low awareness</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How to differentiate yourself from others</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Presents very short film</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Create local food networks</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Presents network information such as buying map data</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What value we offer to customers</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Right food in right season</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Various information for business chance</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Food sales Information</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Strengthen and diversify the supply chain</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Settle down their own new trends</a:t>
            </a:r>
          </a:p>
          <a:p>
            <a:pPr marL="342900" indent="-342900">
              <a:buFont typeface="+mj-lt"/>
              <a:buAutoNum type="arabicPeriod"/>
            </a:pPr>
            <a:endParaRPr lang="en-US" altLang="ko-KR" dirty="0">
              <a:latin typeface="Arial" panose="020B0604020202020204" pitchFamily="34" charset="0"/>
              <a:cs typeface="Arial" panose="020B0604020202020204" pitchFamily="34" charset="0"/>
            </a:endParaRPr>
          </a:p>
          <a:p>
            <a:pPr marL="342900" indent="-342900">
              <a:buFont typeface="+mj-lt"/>
              <a:buAutoNum type="arabicPeriod"/>
            </a:pPr>
            <a:endParaRPr lang="en-US" altLang="ko-KR" dirty="0">
              <a:latin typeface="Arial Black" panose="020B0A04020102020204" pitchFamily="34" charset="0"/>
            </a:endParaRPr>
          </a:p>
        </p:txBody>
      </p:sp>
      <p:sp>
        <p:nvSpPr>
          <p:cNvPr id="8" name="자유형: 도형 7">
            <a:extLst>
              <a:ext uri="{FF2B5EF4-FFF2-40B4-BE49-F238E27FC236}">
                <a16:creationId xmlns:a16="http://schemas.microsoft.com/office/drawing/2014/main" id="{DC8538BE-F3B3-7EF3-D7E4-BA7A47345BEA}"/>
              </a:ext>
            </a:extLst>
          </p:cNvPr>
          <p:cNvSpPr/>
          <p:nvPr/>
        </p:nvSpPr>
        <p:spPr>
          <a:xfrm>
            <a:off x="0" y="0"/>
            <a:ext cx="12192000" cy="6858000"/>
          </a:xfrm>
          <a:custGeom>
            <a:avLst/>
            <a:gdLst>
              <a:gd name="connsiteX0" fmla="*/ 381053 w 12192000"/>
              <a:gd name="connsiteY0" fmla="*/ 252663 h 6858000"/>
              <a:gd name="connsiteX1" fmla="*/ 240632 w 12192000"/>
              <a:gd name="connsiteY1" fmla="*/ 393084 h 6858000"/>
              <a:gd name="connsiteX2" fmla="*/ 240632 w 12192000"/>
              <a:gd name="connsiteY2" fmla="*/ 6494994 h 6858000"/>
              <a:gd name="connsiteX3" fmla="*/ 381053 w 12192000"/>
              <a:gd name="connsiteY3" fmla="*/ 6635415 h 6858000"/>
              <a:gd name="connsiteX4" fmla="*/ 11800921 w 12192000"/>
              <a:gd name="connsiteY4" fmla="*/ 6635415 h 6858000"/>
              <a:gd name="connsiteX5" fmla="*/ 11941342 w 12192000"/>
              <a:gd name="connsiteY5" fmla="*/ 6494994 h 6858000"/>
              <a:gd name="connsiteX6" fmla="*/ 11941342 w 12192000"/>
              <a:gd name="connsiteY6" fmla="*/ 393084 h 6858000"/>
              <a:gd name="connsiteX7" fmla="*/ 11800921 w 12192000"/>
              <a:gd name="connsiteY7" fmla="*/ 252663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381053" y="252663"/>
                </a:moveTo>
                <a:cubicBezTo>
                  <a:pt x="303501" y="252663"/>
                  <a:pt x="240632" y="315532"/>
                  <a:pt x="240632" y="393084"/>
                </a:cubicBezTo>
                <a:lnTo>
                  <a:pt x="240632" y="6494994"/>
                </a:lnTo>
                <a:cubicBezTo>
                  <a:pt x="240632" y="6572546"/>
                  <a:pt x="303501" y="6635415"/>
                  <a:pt x="381053" y="6635415"/>
                </a:cubicBezTo>
                <a:lnTo>
                  <a:pt x="11800921" y="6635415"/>
                </a:lnTo>
                <a:cubicBezTo>
                  <a:pt x="11878473" y="6635415"/>
                  <a:pt x="11941342" y="6572546"/>
                  <a:pt x="11941342" y="6494994"/>
                </a:cubicBezTo>
                <a:lnTo>
                  <a:pt x="11941342" y="393084"/>
                </a:lnTo>
                <a:cubicBezTo>
                  <a:pt x="11941342" y="315532"/>
                  <a:pt x="11878473" y="252663"/>
                  <a:pt x="11800921" y="252663"/>
                </a:cubicBezTo>
                <a:close/>
                <a:moveTo>
                  <a:pt x="0" y="0"/>
                </a:moveTo>
                <a:lnTo>
                  <a:pt x="12192000" y="0"/>
                </a:lnTo>
                <a:lnTo>
                  <a:pt x="12192000" y="6858000"/>
                </a:lnTo>
                <a:lnTo>
                  <a:pt x="0" y="685800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Tree>
    <p:extLst>
      <p:ext uri="{BB962C8B-B14F-4D97-AF65-F5344CB8AC3E}">
        <p14:creationId xmlns:p14="http://schemas.microsoft.com/office/powerpoint/2010/main" val="3815550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EF6057-43C4-40FC-44C8-8FD83FEAF69F}"/>
              </a:ext>
            </a:extLst>
          </p:cNvPr>
          <p:cNvSpPr txBox="1"/>
          <p:nvPr/>
        </p:nvSpPr>
        <p:spPr>
          <a:xfrm>
            <a:off x="667752" y="418736"/>
            <a:ext cx="5305926" cy="369332"/>
          </a:xfrm>
          <a:prstGeom prst="rect">
            <a:avLst/>
          </a:prstGeom>
          <a:noFill/>
        </p:spPr>
        <p:txBody>
          <a:bodyPr wrap="square" rtlCol="0">
            <a:spAutoFit/>
          </a:bodyPr>
          <a:lstStyle/>
          <a:p>
            <a:r>
              <a:rPr lang="en-US" altLang="ko-KR" b="1" dirty="0"/>
              <a:t>Ⅴ</a:t>
            </a:r>
            <a:r>
              <a:rPr lang="en-US" altLang="ko-KR" b="1" dirty="0">
                <a:latin typeface="Arial Black" panose="020B0A04020102020204" pitchFamily="34" charset="0"/>
              </a:rPr>
              <a:t>. Organizational Management</a:t>
            </a:r>
            <a:endParaRPr lang="ko-KR" altLang="en-US" b="1" dirty="0">
              <a:latin typeface="Arial Black" panose="020B0A04020102020204" pitchFamily="34" charset="0"/>
            </a:endParaRPr>
          </a:p>
        </p:txBody>
      </p:sp>
      <p:sp>
        <p:nvSpPr>
          <p:cNvPr id="8" name="자유형: 도형 7">
            <a:extLst>
              <a:ext uri="{FF2B5EF4-FFF2-40B4-BE49-F238E27FC236}">
                <a16:creationId xmlns:a16="http://schemas.microsoft.com/office/drawing/2014/main" id="{DC8538BE-F3B3-7EF3-D7E4-BA7A47345BEA}"/>
              </a:ext>
            </a:extLst>
          </p:cNvPr>
          <p:cNvSpPr/>
          <p:nvPr/>
        </p:nvSpPr>
        <p:spPr>
          <a:xfrm>
            <a:off x="0" y="0"/>
            <a:ext cx="12192000" cy="6858000"/>
          </a:xfrm>
          <a:custGeom>
            <a:avLst/>
            <a:gdLst>
              <a:gd name="connsiteX0" fmla="*/ 381053 w 12192000"/>
              <a:gd name="connsiteY0" fmla="*/ 252663 h 6858000"/>
              <a:gd name="connsiteX1" fmla="*/ 240632 w 12192000"/>
              <a:gd name="connsiteY1" fmla="*/ 393084 h 6858000"/>
              <a:gd name="connsiteX2" fmla="*/ 240632 w 12192000"/>
              <a:gd name="connsiteY2" fmla="*/ 6494994 h 6858000"/>
              <a:gd name="connsiteX3" fmla="*/ 381053 w 12192000"/>
              <a:gd name="connsiteY3" fmla="*/ 6635415 h 6858000"/>
              <a:gd name="connsiteX4" fmla="*/ 11800921 w 12192000"/>
              <a:gd name="connsiteY4" fmla="*/ 6635415 h 6858000"/>
              <a:gd name="connsiteX5" fmla="*/ 11941342 w 12192000"/>
              <a:gd name="connsiteY5" fmla="*/ 6494994 h 6858000"/>
              <a:gd name="connsiteX6" fmla="*/ 11941342 w 12192000"/>
              <a:gd name="connsiteY6" fmla="*/ 393084 h 6858000"/>
              <a:gd name="connsiteX7" fmla="*/ 11800921 w 12192000"/>
              <a:gd name="connsiteY7" fmla="*/ 252663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381053" y="252663"/>
                </a:moveTo>
                <a:cubicBezTo>
                  <a:pt x="303501" y="252663"/>
                  <a:pt x="240632" y="315532"/>
                  <a:pt x="240632" y="393084"/>
                </a:cubicBezTo>
                <a:lnTo>
                  <a:pt x="240632" y="6494994"/>
                </a:lnTo>
                <a:cubicBezTo>
                  <a:pt x="240632" y="6572546"/>
                  <a:pt x="303501" y="6635415"/>
                  <a:pt x="381053" y="6635415"/>
                </a:cubicBezTo>
                <a:lnTo>
                  <a:pt x="11800921" y="6635415"/>
                </a:lnTo>
                <a:cubicBezTo>
                  <a:pt x="11878473" y="6635415"/>
                  <a:pt x="11941342" y="6572546"/>
                  <a:pt x="11941342" y="6494994"/>
                </a:cubicBezTo>
                <a:lnTo>
                  <a:pt x="11941342" y="393084"/>
                </a:lnTo>
                <a:cubicBezTo>
                  <a:pt x="11941342" y="315532"/>
                  <a:pt x="11878473" y="252663"/>
                  <a:pt x="11800921" y="252663"/>
                </a:cubicBezTo>
                <a:close/>
                <a:moveTo>
                  <a:pt x="0" y="0"/>
                </a:moveTo>
                <a:lnTo>
                  <a:pt x="12192000" y="0"/>
                </a:lnTo>
                <a:lnTo>
                  <a:pt x="12192000" y="6858000"/>
                </a:lnTo>
                <a:lnTo>
                  <a:pt x="0" y="685800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3" name="TextBox 2">
            <a:extLst>
              <a:ext uri="{FF2B5EF4-FFF2-40B4-BE49-F238E27FC236}">
                <a16:creationId xmlns:a16="http://schemas.microsoft.com/office/drawing/2014/main" id="{F9B10387-F5BD-7C7A-A2BB-8F036D8ADA8B}"/>
              </a:ext>
            </a:extLst>
          </p:cNvPr>
          <p:cNvSpPr txBox="1"/>
          <p:nvPr/>
        </p:nvSpPr>
        <p:spPr>
          <a:xfrm>
            <a:off x="667752" y="1032346"/>
            <a:ext cx="10659980" cy="5078313"/>
          </a:xfrm>
          <a:prstGeom prst="rect">
            <a:avLst/>
          </a:prstGeom>
          <a:noFill/>
        </p:spPr>
        <p:txBody>
          <a:bodyPr wrap="square" rtlCol="0">
            <a:spAutoFit/>
          </a:bodyPr>
          <a:lstStyle/>
          <a:p>
            <a:pPr marL="342900" indent="-342900">
              <a:buFont typeface="+mj-lt"/>
              <a:buAutoNum type="arabicPeriod"/>
            </a:pPr>
            <a:r>
              <a:rPr lang="en-US" altLang="ko-KR" b="1" dirty="0">
                <a:latin typeface="Arial" panose="020B0604020202020204" pitchFamily="34" charset="0"/>
                <a:cs typeface="Arial" panose="020B0604020202020204" pitchFamily="34" charset="0"/>
              </a:rPr>
              <a:t>Structure</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CEO, 4 Developers, 1 Architect</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Legal Form</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The strengths</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Ownership</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The animation affects to real market by specific service</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Team</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1 Architect, 4 Developers, 1 Leader</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R&amp;R</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1 Architect; design UI, </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4 Developers; Implementation dev.</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1 CEO; PM</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Key Skills</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Analysis solution about K-food follower needs and design platform &amp; animation</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Set A.I(NLP), Java Spring Framework, C#, ORALCE, Python; TensorFlow, </a:t>
            </a:r>
            <a:r>
              <a:rPr lang="en-US" altLang="ko-KR" dirty="0" err="1">
                <a:latin typeface="Arial" panose="020B0604020202020204" pitchFamily="34" charset="0"/>
                <a:cs typeface="Arial" panose="020B0604020202020204" pitchFamily="34" charset="0"/>
              </a:rPr>
              <a:t>Pytorch</a:t>
            </a:r>
            <a:r>
              <a:rPr lang="en-US" altLang="ko-KR" dirty="0">
                <a:latin typeface="Arial" panose="020B0604020202020204" pitchFamily="34" charset="0"/>
                <a:cs typeface="Arial" panose="020B0604020202020204" pitchFamily="34" charset="0"/>
              </a:rPr>
              <a:t>, react, R, Unity</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Qualifications or Achievements of team members</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Computer Engineering, Computer Science, BFA, MBA</a:t>
            </a:r>
          </a:p>
          <a:p>
            <a:pPr marL="342900" indent="-342900">
              <a:buFont typeface="+mj-lt"/>
              <a:buAutoNum type="arabicPeriod"/>
            </a:pPr>
            <a:endParaRPr lang="en-US" altLang="ko-K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9834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EF6057-43C4-40FC-44C8-8FD83FEAF69F}"/>
              </a:ext>
            </a:extLst>
          </p:cNvPr>
          <p:cNvSpPr txBox="1"/>
          <p:nvPr/>
        </p:nvSpPr>
        <p:spPr>
          <a:xfrm>
            <a:off x="667752" y="418736"/>
            <a:ext cx="5305926" cy="369332"/>
          </a:xfrm>
          <a:prstGeom prst="rect">
            <a:avLst/>
          </a:prstGeom>
          <a:noFill/>
        </p:spPr>
        <p:txBody>
          <a:bodyPr wrap="square" rtlCol="0">
            <a:spAutoFit/>
          </a:bodyPr>
          <a:lstStyle/>
          <a:p>
            <a:r>
              <a:rPr lang="en-US" altLang="ko-KR" b="1" dirty="0"/>
              <a:t>Ⅵ</a:t>
            </a:r>
            <a:r>
              <a:rPr lang="en-US" altLang="ko-KR" b="1" dirty="0">
                <a:latin typeface="Arial Black" panose="020B0A04020102020204" pitchFamily="34" charset="0"/>
              </a:rPr>
              <a:t>. Product &amp; Service</a:t>
            </a:r>
            <a:endParaRPr lang="ko-KR" altLang="en-US" b="1" dirty="0">
              <a:latin typeface="Arial Black" panose="020B0A04020102020204" pitchFamily="34" charset="0"/>
            </a:endParaRPr>
          </a:p>
        </p:txBody>
      </p:sp>
      <p:sp>
        <p:nvSpPr>
          <p:cNvPr id="8" name="자유형: 도형 7">
            <a:extLst>
              <a:ext uri="{FF2B5EF4-FFF2-40B4-BE49-F238E27FC236}">
                <a16:creationId xmlns:a16="http://schemas.microsoft.com/office/drawing/2014/main" id="{DC8538BE-F3B3-7EF3-D7E4-BA7A47345BEA}"/>
              </a:ext>
            </a:extLst>
          </p:cNvPr>
          <p:cNvSpPr/>
          <p:nvPr/>
        </p:nvSpPr>
        <p:spPr>
          <a:xfrm>
            <a:off x="0" y="0"/>
            <a:ext cx="12192000" cy="6858000"/>
          </a:xfrm>
          <a:custGeom>
            <a:avLst/>
            <a:gdLst>
              <a:gd name="connsiteX0" fmla="*/ 381053 w 12192000"/>
              <a:gd name="connsiteY0" fmla="*/ 252663 h 6858000"/>
              <a:gd name="connsiteX1" fmla="*/ 240632 w 12192000"/>
              <a:gd name="connsiteY1" fmla="*/ 393084 h 6858000"/>
              <a:gd name="connsiteX2" fmla="*/ 240632 w 12192000"/>
              <a:gd name="connsiteY2" fmla="*/ 6494994 h 6858000"/>
              <a:gd name="connsiteX3" fmla="*/ 381053 w 12192000"/>
              <a:gd name="connsiteY3" fmla="*/ 6635415 h 6858000"/>
              <a:gd name="connsiteX4" fmla="*/ 11800921 w 12192000"/>
              <a:gd name="connsiteY4" fmla="*/ 6635415 h 6858000"/>
              <a:gd name="connsiteX5" fmla="*/ 11941342 w 12192000"/>
              <a:gd name="connsiteY5" fmla="*/ 6494994 h 6858000"/>
              <a:gd name="connsiteX6" fmla="*/ 11941342 w 12192000"/>
              <a:gd name="connsiteY6" fmla="*/ 393084 h 6858000"/>
              <a:gd name="connsiteX7" fmla="*/ 11800921 w 12192000"/>
              <a:gd name="connsiteY7" fmla="*/ 252663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381053" y="252663"/>
                </a:moveTo>
                <a:cubicBezTo>
                  <a:pt x="303501" y="252663"/>
                  <a:pt x="240632" y="315532"/>
                  <a:pt x="240632" y="393084"/>
                </a:cubicBezTo>
                <a:lnTo>
                  <a:pt x="240632" y="6494994"/>
                </a:lnTo>
                <a:cubicBezTo>
                  <a:pt x="240632" y="6572546"/>
                  <a:pt x="303501" y="6635415"/>
                  <a:pt x="381053" y="6635415"/>
                </a:cubicBezTo>
                <a:lnTo>
                  <a:pt x="11800921" y="6635415"/>
                </a:lnTo>
                <a:cubicBezTo>
                  <a:pt x="11878473" y="6635415"/>
                  <a:pt x="11941342" y="6572546"/>
                  <a:pt x="11941342" y="6494994"/>
                </a:cubicBezTo>
                <a:lnTo>
                  <a:pt x="11941342" y="393084"/>
                </a:lnTo>
                <a:cubicBezTo>
                  <a:pt x="11941342" y="315532"/>
                  <a:pt x="11878473" y="252663"/>
                  <a:pt x="11800921" y="252663"/>
                </a:cubicBezTo>
                <a:close/>
                <a:moveTo>
                  <a:pt x="0" y="0"/>
                </a:moveTo>
                <a:lnTo>
                  <a:pt x="12192000" y="0"/>
                </a:lnTo>
                <a:lnTo>
                  <a:pt x="12192000" y="6858000"/>
                </a:lnTo>
                <a:lnTo>
                  <a:pt x="0" y="685800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3" name="TextBox 2">
            <a:extLst>
              <a:ext uri="{FF2B5EF4-FFF2-40B4-BE49-F238E27FC236}">
                <a16:creationId xmlns:a16="http://schemas.microsoft.com/office/drawing/2014/main" id="{F9B10387-F5BD-7C7A-A2BB-8F036D8ADA8B}"/>
              </a:ext>
            </a:extLst>
          </p:cNvPr>
          <p:cNvSpPr txBox="1"/>
          <p:nvPr/>
        </p:nvSpPr>
        <p:spPr>
          <a:xfrm>
            <a:off x="667752" y="1032346"/>
            <a:ext cx="10659980" cy="5355312"/>
          </a:xfrm>
          <a:prstGeom prst="rect">
            <a:avLst/>
          </a:prstGeom>
          <a:noFill/>
        </p:spPr>
        <p:txBody>
          <a:bodyPr wrap="square" rtlCol="0">
            <a:spAutoFit/>
          </a:bodyPr>
          <a:lstStyle/>
          <a:p>
            <a:pPr marL="342900" indent="-342900">
              <a:buFont typeface="+mj-lt"/>
              <a:buAutoNum type="arabicPeriod"/>
            </a:pPr>
            <a:r>
              <a:rPr lang="en-US" altLang="ko-KR" b="1" dirty="0">
                <a:latin typeface="Arial" panose="020B0604020202020204" pitchFamily="34" charset="0"/>
                <a:cs typeface="Arial" panose="020B0604020202020204" pitchFamily="34" charset="0"/>
              </a:rPr>
              <a:t>Features</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Platform: K-Food information service</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Animation: Short films for food story</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Benefits</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Users: buying info., data map, </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Pricing</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 General User – free (first year)</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 Ads Usage fee – $ 0.50/click (customizing option is available)</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Delivery</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Mobile app/Web app, </a:t>
            </a:r>
            <a:r>
              <a:rPr lang="en-US" altLang="ko-KR" dirty="0" err="1">
                <a:latin typeface="Arial" panose="020B0604020202020204" pitchFamily="34" charset="0"/>
                <a:cs typeface="Arial" panose="020B0604020202020204" pitchFamily="34" charset="0"/>
              </a:rPr>
              <a:t>Youtube</a:t>
            </a:r>
            <a:r>
              <a:rPr lang="en-US" altLang="ko-KR" dirty="0">
                <a:latin typeface="Arial" panose="020B0604020202020204" pitchFamily="34" charset="0"/>
                <a:cs typeface="Arial" panose="020B0604020202020204" pitchFamily="34" charset="0"/>
              </a:rPr>
              <a:t>, twitter, TikTok</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Implementation</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Design: Service, User, UX, UI, Data, etc.,</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Develop: Web App/Mobile App, unity</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Test: A/B test, Acceptance test</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Distributes</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Animation exposure first then platform opens</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Feedback</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Collection of feedback opinion affects maintenance strategy</a:t>
            </a:r>
          </a:p>
          <a:p>
            <a:pPr marL="342900" indent="-342900">
              <a:buFont typeface="+mj-lt"/>
              <a:buAutoNum type="arabicPeriod"/>
            </a:pPr>
            <a:endParaRPr lang="en-US" altLang="ko-K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8339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EF6057-43C4-40FC-44C8-8FD83FEAF69F}"/>
              </a:ext>
            </a:extLst>
          </p:cNvPr>
          <p:cNvSpPr txBox="1"/>
          <p:nvPr/>
        </p:nvSpPr>
        <p:spPr>
          <a:xfrm>
            <a:off x="667752" y="418736"/>
            <a:ext cx="5305926" cy="369332"/>
          </a:xfrm>
          <a:prstGeom prst="rect">
            <a:avLst/>
          </a:prstGeom>
          <a:noFill/>
        </p:spPr>
        <p:txBody>
          <a:bodyPr wrap="square" rtlCol="0">
            <a:spAutoFit/>
          </a:bodyPr>
          <a:lstStyle/>
          <a:p>
            <a:r>
              <a:rPr lang="en-US" altLang="ko-KR" b="1" dirty="0"/>
              <a:t>Ⅶ</a:t>
            </a:r>
            <a:r>
              <a:rPr lang="en-US" altLang="ko-KR" b="1" dirty="0">
                <a:latin typeface="Arial Black" panose="020B0A04020102020204" pitchFamily="34" charset="0"/>
              </a:rPr>
              <a:t>. Marketing Plan</a:t>
            </a:r>
            <a:endParaRPr lang="ko-KR" altLang="en-US" b="1" dirty="0">
              <a:latin typeface="Arial Black" panose="020B0A04020102020204" pitchFamily="34" charset="0"/>
            </a:endParaRPr>
          </a:p>
        </p:txBody>
      </p:sp>
      <p:sp>
        <p:nvSpPr>
          <p:cNvPr id="3" name="TextBox 2">
            <a:extLst>
              <a:ext uri="{FF2B5EF4-FFF2-40B4-BE49-F238E27FC236}">
                <a16:creationId xmlns:a16="http://schemas.microsoft.com/office/drawing/2014/main" id="{F9B10387-F5BD-7C7A-A2BB-8F036D8ADA8B}"/>
              </a:ext>
            </a:extLst>
          </p:cNvPr>
          <p:cNvSpPr txBox="1"/>
          <p:nvPr/>
        </p:nvSpPr>
        <p:spPr>
          <a:xfrm>
            <a:off x="667752" y="1032346"/>
            <a:ext cx="10659980" cy="4524315"/>
          </a:xfrm>
          <a:prstGeom prst="rect">
            <a:avLst/>
          </a:prstGeom>
          <a:noFill/>
        </p:spPr>
        <p:txBody>
          <a:bodyPr wrap="square" rtlCol="0">
            <a:spAutoFit/>
          </a:bodyPr>
          <a:lstStyle/>
          <a:p>
            <a:pPr marL="342900" indent="-342900">
              <a:buFont typeface="+mj-lt"/>
              <a:buAutoNum type="arabicPeriod"/>
            </a:pPr>
            <a:r>
              <a:rPr lang="en-US" altLang="ko-KR" b="1" dirty="0">
                <a:latin typeface="Arial" panose="020B0604020202020204" pitchFamily="34" charset="0"/>
                <a:cs typeface="Arial" panose="020B0604020202020204" pitchFamily="34" charset="0"/>
              </a:rPr>
              <a:t>Strategy</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Release short animation then open platform,</a:t>
            </a:r>
            <a:br>
              <a:rPr lang="en-US" altLang="ko-KR" dirty="0">
                <a:latin typeface="Arial" panose="020B0604020202020204" pitchFamily="34" charset="0"/>
                <a:cs typeface="Arial" panose="020B0604020202020204" pitchFamily="34" charset="0"/>
              </a:rPr>
            </a:br>
            <a:endParaRPr lang="en-US" altLang="ko-KR" dirty="0">
              <a:latin typeface="Arial" panose="020B0604020202020204" pitchFamily="34" charset="0"/>
              <a:cs typeface="Arial" panose="020B0604020202020204" pitchFamily="34" charset="0"/>
            </a:endParaRPr>
          </a:p>
          <a:p>
            <a:pPr marL="342900" indent="-342900">
              <a:buFont typeface="+mj-lt"/>
              <a:buAutoNum type="arabicPeriod"/>
            </a:pPr>
            <a:r>
              <a:rPr lang="en-US" altLang="ko-KR" b="1" dirty="0">
                <a:latin typeface="Arial" panose="020B0604020202020204" pitchFamily="34" charset="0"/>
                <a:cs typeface="Arial" panose="020B0604020202020204" pitchFamily="34" charset="0"/>
              </a:rPr>
              <a:t>Segments</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The strengths</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Positioning</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The animation affects to real market by specific service</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Branding</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1 Architect, 2 Developers, 1 Lead</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Promotion Channels and Budget</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1 Architect; </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Marketing Goals</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Set A.I</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Metrix (to measure performance)</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Computer</a:t>
            </a:r>
          </a:p>
          <a:p>
            <a:pPr marL="342900" indent="-342900">
              <a:buFont typeface="+mj-lt"/>
              <a:buAutoNum type="arabicPeriod"/>
            </a:pPr>
            <a:endParaRPr lang="en-US" altLang="ko-KR" dirty="0">
              <a:latin typeface="Arial" panose="020B0604020202020204" pitchFamily="34" charset="0"/>
              <a:cs typeface="Arial" panose="020B0604020202020204" pitchFamily="34" charset="0"/>
            </a:endParaRPr>
          </a:p>
        </p:txBody>
      </p:sp>
      <p:sp>
        <p:nvSpPr>
          <p:cNvPr id="8" name="자유형: 도형 7">
            <a:extLst>
              <a:ext uri="{FF2B5EF4-FFF2-40B4-BE49-F238E27FC236}">
                <a16:creationId xmlns:a16="http://schemas.microsoft.com/office/drawing/2014/main" id="{DC8538BE-F3B3-7EF3-D7E4-BA7A47345BEA}"/>
              </a:ext>
            </a:extLst>
          </p:cNvPr>
          <p:cNvSpPr/>
          <p:nvPr/>
        </p:nvSpPr>
        <p:spPr>
          <a:xfrm>
            <a:off x="0" y="0"/>
            <a:ext cx="12192000" cy="6858000"/>
          </a:xfrm>
          <a:custGeom>
            <a:avLst/>
            <a:gdLst>
              <a:gd name="connsiteX0" fmla="*/ 381053 w 12192000"/>
              <a:gd name="connsiteY0" fmla="*/ 252663 h 6858000"/>
              <a:gd name="connsiteX1" fmla="*/ 240632 w 12192000"/>
              <a:gd name="connsiteY1" fmla="*/ 393084 h 6858000"/>
              <a:gd name="connsiteX2" fmla="*/ 240632 w 12192000"/>
              <a:gd name="connsiteY2" fmla="*/ 6494994 h 6858000"/>
              <a:gd name="connsiteX3" fmla="*/ 381053 w 12192000"/>
              <a:gd name="connsiteY3" fmla="*/ 6635415 h 6858000"/>
              <a:gd name="connsiteX4" fmla="*/ 11800921 w 12192000"/>
              <a:gd name="connsiteY4" fmla="*/ 6635415 h 6858000"/>
              <a:gd name="connsiteX5" fmla="*/ 11941342 w 12192000"/>
              <a:gd name="connsiteY5" fmla="*/ 6494994 h 6858000"/>
              <a:gd name="connsiteX6" fmla="*/ 11941342 w 12192000"/>
              <a:gd name="connsiteY6" fmla="*/ 393084 h 6858000"/>
              <a:gd name="connsiteX7" fmla="*/ 11800921 w 12192000"/>
              <a:gd name="connsiteY7" fmla="*/ 252663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381053" y="252663"/>
                </a:moveTo>
                <a:cubicBezTo>
                  <a:pt x="303501" y="252663"/>
                  <a:pt x="240632" y="315532"/>
                  <a:pt x="240632" y="393084"/>
                </a:cubicBezTo>
                <a:lnTo>
                  <a:pt x="240632" y="6494994"/>
                </a:lnTo>
                <a:cubicBezTo>
                  <a:pt x="240632" y="6572546"/>
                  <a:pt x="303501" y="6635415"/>
                  <a:pt x="381053" y="6635415"/>
                </a:cubicBezTo>
                <a:lnTo>
                  <a:pt x="11800921" y="6635415"/>
                </a:lnTo>
                <a:cubicBezTo>
                  <a:pt x="11878473" y="6635415"/>
                  <a:pt x="11941342" y="6572546"/>
                  <a:pt x="11941342" y="6494994"/>
                </a:cubicBezTo>
                <a:lnTo>
                  <a:pt x="11941342" y="393084"/>
                </a:lnTo>
                <a:cubicBezTo>
                  <a:pt x="11941342" y="315532"/>
                  <a:pt x="11878473" y="252663"/>
                  <a:pt x="11800921" y="252663"/>
                </a:cubicBezTo>
                <a:close/>
                <a:moveTo>
                  <a:pt x="0" y="0"/>
                </a:moveTo>
                <a:lnTo>
                  <a:pt x="12192000" y="0"/>
                </a:lnTo>
                <a:lnTo>
                  <a:pt x="12192000" y="6858000"/>
                </a:lnTo>
                <a:lnTo>
                  <a:pt x="0" y="685800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Tree>
    <p:extLst>
      <p:ext uri="{BB962C8B-B14F-4D97-AF65-F5344CB8AC3E}">
        <p14:creationId xmlns:p14="http://schemas.microsoft.com/office/powerpoint/2010/main" val="2735773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EF6057-43C4-40FC-44C8-8FD83FEAF69F}"/>
              </a:ext>
            </a:extLst>
          </p:cNvPr>
          <p:cNvSpPr txBox="1"/>
          <p:nvPr/>
        </p:nvSpPr>
        <p:spPr>
          <a:xfrm>
            <a:off x="667752" y="418736"/>
            <a:ext cx="5305926" cy="369332"/>
          </a:xfrm>
          <a:prstGeom prst="rect">
            <a:avLst/>
          </a:prstGeom>
          <a:noFill/>
        </p:spPr>
        <p:txBody>
          <a:bodyPr wrap="square" rtlCol="0">
            <a:spAutoFit/>
          </a:bodyPr>
          <a:lstStyle/>
          <a:p>
            <a:r>
              <a:rPr lang="en-US" altLang="ko-KR" b="1" dirty="0"/>
              <a:t>Ⅷ</a:t>
            </a:r>
            <a:r>
              <a:rPr lang="en-US" altLang="ko-KR" b="1" dirty="0">
                <a:latin typeface="Arial Black" panose="020B0A04020102020204" pitchFamily="34" charset="0"/>
              </a:rPr>
              <a:t>. Sales Strategy</a:t>
            </a:r>
            <a:endParaRPr lang="ko-KR" altLang="en-US" b="1" dirty="0">
              <a:latin typeface="Arial Black" panose="020B0A04020102020204" pitchFamily="34" charset="0"/>
            </a:endParaRPr>
          </a:p>
        </p:txBody>
      </p:sp>
      <p:sp>
        <p:nvSpPr>
          <p:cNvPr id="3" name="TextBox 2">
            <a:extLst>
              <a:ext uri="{FF2B5EF4-FFF2-40B4-BE49-F238E27FC236}">
                <a16:creationId xmlns:a16="http://schemas.microsoft.com/office/drawing/2014/main" id="{F9B10387-F5BD-7C7A-A2BB-8F036D8ADA8B}"/>
              </a:ext>
            </a:extLst>
          </p:cNvPr>
          <p:cNvSpPr txBox="1"/>
          <p:nvPr/>
        </p:nvSpPr>
        <p:spPr>
          <a:xfrm>
            <a:off x="667752" y="1032346"/>
            <a:ext cx="10659980" cy="4247317"/>
          </a:xfrm>
          <a:prstGeom prst="rect">
            <a:avLst/>
          </a:prstGeom>
          <a:noFill/>
        </p:spPr>
        <p:txBody>
          <a:bodyPr wrap="square" rtlCol="0">
            <a:spAutoFit/>
          </a:bodyPr>
          <a:lstStyle/>
          <a:p>
            <a:pPr marL="342900" indent="-342900">
              <a:buFont typeface="+mj-lt"/>
              <a:buAutoNum type="arabicPeriod"/>
            </a:pPr>
            <a:r>
              <a:rPr lang="en-US" altLang="ko-KR" b="1" dirty="0">
                <a:latin typeface="Arial" panose="020B0604020202020204" pitchFamily="34" charset="0"/>
                <a:cs typeface="Arial" panose="020B0604020202020204" pitchFamily="34" charset="0"/>
              </a:rPr>
              <a:t>Service; How</a:t>
            </a:r>
            <a:r>
              <a:rPr lang="ko-KR" altLang="en-US" b="1" dirty="0">
                <a:latin typeface="Arial" panose="020B0604020202020204" pitchFamily="34" charset="0"/>
                <a:cs typeface="Arial" panose="020B0604020202020204" pitchFamily="34" charset="0"/>
              </a:rPr>
              <a:t> </a:t>
            </a:r>
            <a:r>
              <a:rPr lang="en-US" altLang="ko-KR" b="1" dirty="0">
                <a:latin typeface="Arial" panose="020B0604020202020204" pitchFamily="34" charset="0"/>
                <a:cs typeface="Arial" panose="020B0604020202020204" pitchFamily="34" charset="0"/>
              </a:rPr>
              <a:t>to sell</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Social Network Service Providers</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Process</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The strengths</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Channels</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The animation affects to real market by specific service</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Methods</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1 Architect, 2 Developers, 1 Lead</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Tools</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1 Architect; </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Sales Volume</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Set A.I</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Revenue for the next few years</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Computer</a:t>
            </a:r>
          </a:p>
          <a:p>
            <a:pPr marL="342900" indent="-342900">
              <a:buFont typeface="+mj-lt"/>
              <a:buAutoNum type="arabicPeriod"/>
            </a:pPr>
            <a:endParaRPr lang="en-US" altLang="ko-KR" dirty="0">
              <a:latin typeface="Arial" panose="020B0604020202020204" pitchFamily="34" charset="0"/>
              <a:cs typeface="Arial" panose="020B0604020202020204" pitchFamily="34" charset="0"/>
            </a:endParaRPr>
          </a:p>
        </p:txBody>
      </p:sp>
      <p:sp>
        <p:nvSpPr>
          <p:cNvPr id="8" name="자유형: 도형 7">
            <a:extLst>
              <a:ext uri="{FF2B5EF4-FFF2-40B4-BE49-F238E27FC236}">
                <a16:creationId xmlns:a16="http://schemas.microsoft.com/office/drawing/2014/main" id="{DC8538BE-F3B3-7EF3-D7E4-BA7A47345BEA}"/>
              </a:ext>
            </a:extLst>
          </p:cNvPr>
          <p:cNvSpPr/>
          <p:nvPr/>
        </p:nvSpPr>
        <p:spPr>
          <a:xfrm>
            <a:off x="0" y="0"/>
            <a:ext cx="12192000" cy="6858000"/>
          </a:xfrm>
          <a:custGeom>
            <a:avLst/>
            <a:gdLst>
              <a:gd name="connsiteX0" fmla="*/ 381053 w 12192000"/>
              <a:gd name="connsiteY0" fmla="*/ 252663 h 6858000"/>
              <a:gd name="connsiteX1" fmla="*/ 240632 w 12192000"/>
              <a:gd name="connsiteY1" fmla="*/ 393084 h 6858000"/>
              <a:gd name="connsiteX2" fmla="*/ 240632 w 12192000"/>
              <a:gd name="connsiteY2" fmla="*/ 6494994 h 6858000"/>
              <a:gd name="connsiteX3" fmla="*/ 381053 w 12192000"/>
              <a:gd name="connsiteY3" fmla="*/ 6635415 h 6858000"/>
              <a:gd name="connsiteX4" fmla="*/ 11800921 w 12192000"/>
              <a:gd name="connsiteY4" fmla="*/ 6635415 h 6858000"/>
              <a:gd name="connsiteX5" fmla="*/ 11941342 w 12192000"/>
              <a:gd name="connsiteY5" fmla="*/ 6494994 h 6858000"/>
              <a:gd name="connsiteX6" fmla="*/ 11941342 w 12192000"/>
              <a:gd name="connsiteY6" fmla="*/ 393084 h 6858000"/>
              <a:gd name="connsiteX7" fmla="*/ 11800921 w 12192000"/>
              <a:gd name="connsiteY7" fmla="*/ 252663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381053" y="252663"/>
                </a:moveTo>
                <a:cubicBezTo>
                  <a:pt x="303501" y="252663"/>
                  <a:pt x="240632" y="315532"/>
                  <a:pt x="240632" y="393084"/>
                </a:cubicBezTo>
                <a:lnTo>
                  <a:pt x="240632" y="6494994"/>
                </a:lnTo>
                <a:cubicBezTo>
                  <a:pt x="240632" y="6572546"/>
                  <a:pt x="303501" y="6635415"/>
                  <a:pt x="381053" y="6635415"/>
                </a:cubicBezTo>
                <a:lnTo>
                  <a:pt x="11800921" y="6635415"/>
                </a:lnTo>
                <a:cubicBezTo>
                  <a:pt x="11878473" y="6635415"/>
                  <a:pt x="11941342" y="6572546"/>
                  <a:pt x="11941342" y="6494994"/>
                </a:cubicBezTo>
                <a:lnTo>
                  <a:pt x="11941342" y="393084"/>
                </a:lnTo>
                <a:cubicBezTo>
                  <a:pt x="11941342" y="315532"/>
                  <a:pt x="11878473" y="252663"/>
                  <a:pt x="11800921" y="252663"/>
                </a:cubicBezTo>
                <a:close/>
                <a:moveTo>
                  <a:pt x="0" y="0"/>
                </a:moveTo>
                <a:lnTo>
                  <a:pt x="12192000" y="0"/>
                </a:lnTo>
                <a:lnTo>
                  <a:pt x="12192000" y="6858000"/>
                </a:lnTo>
                <a:lnTo>
                  <a:pt x="0" y="685800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Tree>
    <p:extLst>
      <p:ext uri="{BB962C8B-B14F-4D97-AF65-F5344CB8AC3E}">
        <p14:creationId xmlns:p14="http://schemas.microsoft.com/office/powerpoint/2010/main" val="1310568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EF6057-43C4-40FC-44C8-8FD83FEAF69F}"/>
              </a:ext>
            </a:extLst>
          </p:cNvPr>
          <p:cNvSpPr txBox="1"/>
          <p:nvPr/>
        </p:nvSpPr>
        <p:spPr>
          <a:xfrm>
            <a:off x="667752" y="418736"/>
            <a:ext cx="5305926" cy="369332"/>
          </a:xfrm>
          <a:prstGeom prst="rect">
            <a:avLst/>
          </a:prstGeom>
          <a:noFill/>
        </p:spPr>
        <p:txBody>
          <a:bodyPr wrap="square" rtlCol="0">
            <a:spAutoFit/>
          </a:bodyPr>
          <a:lstStyle/>
          <a:p>
            <a:r>
              <a:rPr lang="en-US" altLang="ko-KR" b="1" dirty="0"/>
              <a:t>Ⅷ</a:t>
            </a:r>
            <a:r>
              <a:rPr lang="en-US" altLang="ko-KR" b="1" dirty="0">
                <a:latin typeface="Arial Black" panose="020B0A04020102020204" pitchFamily="34" charset="0"/>
              </a:rPr>
              <a:t>. Funding or Request</a:t>
            </a:r>
            <a:endParaRPr lang="ko-KR" altLang="en-US" b="1" dirty="0">
              <a:latin typeface="Arial Black" panose="020B0A04020102020204" pitchFamily="34" charset="0"/>
            </a:endParaRPr>
          </a:p>
        </p:txBody>
      </p:sp>
      <p:sp>
        <p:nvSpPr>
          <p:cNvPr id="3" name="TextBox 2">
            <a:extLst>
              <a:ext uri="{FF2B5EF4-FFF2-40B4-BE49-F238E27FC236}">
                <a16:creationId xmlns:a16="http://schemas.microsoft.com/office/drawing/2014/main" id="{F9B10387-F5BD-7C7A-A2BB-8F036D8ADA8B}"/>
              </a:ext>
            </a:extLst>
          </p:cNvPr>
          <p:cNvSpPr txBox="1"/>
          <p:nvPr/>
        </p:nvSpPr>
        <p:spPr>
          <a:xfrm>
            <a:off x="667752" y="1032346"/>
            <a:ext cx="10659980" cy="2585323"/>
          </a:xfrm>
          <a:prstGeom prst="rect">
            <a:avLst/>
          </a:prstGeom>
          <a:noFill/>
        </p:spPr>
        <p:txBody>
          <a:bodyPr wrap="square" rtlCol="0">
            <a:spAutoFit/>
          </a:bodyPr>
          <a:lstStyle/>
          <a:p>
            <a:pPr marL="342900" indent="-342900">
              <a:buFont typeface="+mj-lt"/>
              <a:buAutoNum type="arabicPeriod"/>
            </a:pPr>
            <a:r>
              <a:rPr lang="en-US" altLang="ko-KR" b="1" dirty="0">
                <a:latin typeface="Arial" panose="020B0604020202020204" pitchFamily="34" charset="0"/>
                <a:cs typeface="Arial" panose="020B0604020202020204" pitchFamily="34" charset="0"/>
              </a:rPr>
              <a:t>Budget, we need</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Social Network Service Providers</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Expenditures</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The strengths</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Financial Viability</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The animation affects to real market by specific service</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Credibility</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1 Architect, 2 Developers, 1 Lead</a:t>
            </a:r>
          </a:p>
          <a:p>
            <a:pPr marL="342900" indent="-342900">
              <a:buFont typeface="+mj-lt"/>
              <a:buAutoNum type="arabicPeriod"/>
            </a:pPr>
            <a:endParaRPr lang="en-US" altLang="ko-KR" dirty="0">
              <a:latin typeface="Arial" panose="020B0604020202020204" pitchFamily="34" charset="0"/>
              <a:cs typeface="Arial" panose="020B0604020202020204" pitchFamily="34" charset="0"/>
            </a:endParaRPr>
          </a:p>
        </p:txBody>
      </p:sp>
      <p:sp>
        <p:nvSpPr>
          <p:cNvPr id="8" name="자유형: 도형 7">
            <a:extLst>
              <a:ext uri="{FF2B5EF4-FFF2-40B4-BE49-F238E27FC236}">
                <a16:creationId xmlns:a16="http://schemas.microsoft.com/office/drawing/2014/main" id="{DC8538BE-F3B3-7EF3-D7E4-BA7A47345BEA}"/>
              </a:ext>
            </a:extLst>
          </p:cNvPr>
          <p:cNvSpPr/>
          <p:nvPr/>
        </p:nvSpPr>
        <p:spPr>
          <a:xfrm>
            <a:off x="0" y="0"/>
            <a:ext cx="12192000" cy="6858000"/>
          </a:xfrm>
          <a:custGeom>
            <a:avLst/>
            <a:gdLst>
              <a:gd name="connsiteX0" fmla="*/ 381053 w 12192000"/>
              <a:gd name="connsiteY0" fmla="*/ 252663 h 6858000"/>
              <a:gd name="connsiteX1" fmla="*/ 240632 w 12192000"/>
              <a:gd name="connsiteY1" fmla="*/ 393084 h 6858000"/>
              <a:gd name="connsiteX2" fmla="*/ 240632 w 12192000"/>
              <a:gd name="connsiteY2" fmla="*/ 6494994 h 6858000"/>
              <a:gd name="connsiteX3" fmla="*/ 381053 w 12192000"/>
              <a:gd name="connsiteY3" fmla="*/ 6635415 h 6858000"/>
              <a:gd name="connsiteX4" fmla="*/ 11800921 w 12192000"/>
              <a:gd name="connsiteY4" fmla="*/ 6635415 h 6858000"/>
              <a:gd name="connsiteX5" fmla="*/ 11941342 w 12192000"/>
              <a:gd name="connsiteY5" fmla="*/ 6494994 h 6858000"/>
              <a:gd name="connsiteX6" fmla="*/ 11941342 w 12192000"/>
              <a:gd name="connsiteY6" fmla="*/ 393084 h 6858000"/>
              <a:gd name="connsiteX7" fmla="*/ 11800921 w 12192000"/>
              <a:gd name="connsiteY7" fmla="*/ 252663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381053" y="252663"/>
                </a:moveTo>
                <a:cubicBezTo>
                  <a:pt x="303501" y="252663"/>
                  <a:pt x="240632" y="315532"/>
                  <a:pt x="240632" y="393084"/>
                </a:cubicBezTo>
                <a:lnTo>
                  <a:pt x="240632" y="6494994"/>
                </a:lnTo>
                <a:cubicBezTo>
                  <a:pt x="240632" y="6572546"/>
                  <a:pt x="303501" y="6635415"/>
                  <a:pt x="381053" y="6635415"/>
                </a:cubicBezTo>
                <a:lnTo>
                  <a:pt x="11800921" y="6635415"/>
                </a:lnTo>
                <a:cubicBezTo>
                  <a:pt x="11878473" y="6635415"/>
                  <a:pt x="11941342" y="6572546"/>
                  <a:pt x="11941342" y="6494994"/>
                </a:cubicBezTo>
                <a:lnTo>
                  <a:pt x="11941342" y="393084"/>
                </a:lnTo>
                <a:cubicBezTo>
                  <a:pt x="11941342" y="315532"/>
                  <a:pt x="11878473" y="252663"/>
                  <a:pt x="11800921" y="252663"/>
                </a:cubicBezTo>
                <a:close/>
                <a:moveTo>
                  <a:pt x="0" y="0"/>
                </a:moveTo>
                <a:lnTo>
                  <a:pt x="12192000" y="0"/>
                </a:lnTo>
                <a:lnTo>
                  <a:pt x="12192000" y="6858000"/>
                </a:lnTo>
                <a:lnTo>
                  <a:pt x="0" y="685800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Tree>
    <p:extLst>
      <p:ext uri="{BB962C8B-B14F-4D97-AF65-F5344CB8AC3E}">
        <p14:creationId xmlns:p14="http://schemas.microsoft.com/office/powerpoint/2010/main" val="3015882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EF6057-43C4-40FC-44C8-8FD83FEAF69F}"/>
              </a:ext>
            </a:extLst>
          </p:cNvPr>
          <p:cNvSpPr txBox="1"/>
          <p:nvPr/>
        </p:nvSpPr>
        <p:spPr>
          <a:xfrm>
            <a:off x="667752" y="418736"/>
            <a:ext cx="5305926" cy="369332"/>
          </a:xfrm>
          <a:prstGeom prst="rect">
            <a:avLst/>
          </a:prstGeom>
          <a:noFill/>
        </p:spPr>
        <p:txBody>
          <a:bodyPr wrap="square" rtlCol="0">
            <a:spAutoFit/>
          </a:bodyPr>
          <a:lstStyle/>
          <a:p>
            <a:r>
              <a:rPr lang="en-US" altLang="ko-KR" b="1"/>
              <a:t>Ⅸ</a:t>
            </a:r>
            <a:r>
              <a:rPr lang="en-US" altLang="ko-KR" b="1">
                <a:latin typeface="Arial Black" panose="020B0A04020102020204" pitchFamily="34" charset="0"/>
              </a:rPr>
              <a:t>. </a:t>
            </a:r>
            <a:r>
              <a:rPr lang="en-US" altLang="ko-KR" b="1" dirty="0">
                <a:latin typeface="Arial Black" panose="020B0A04020102020204" pitchFamily="34" charset="0"/>
              </a:rPr>
              <a:t>Financial Projections</a:t>
            </a:r>
            <a:endParaRPr lang="ko-KR" altLang="en-US" b="1" dirty="0">
              <a:latin typeface="Arial Black" panose="020B0A04020102020204" pitchFamily="34" charset="0"/>
            </a:endParaRPr>
          </a:p>
        </p:txBody>
      </p:sp>
      <p:sp>
        <p:nvSpPr>
          <p:cNvPr id="3" name="TextBox 2">
            <a:extLst>
              <a:ext uri="{FF2B5EF4-FFF2-40B4-BE49-F238E27FC236}">
                <a16:creationId xmlns:a16="http://schemas.microsoft.com/office/drawing/2014/main" id="{F9B10387-F5BD-7C7A-A2BB-8F036D8ADA8B}"/>
              </a:ext>
            </a:extLst>
          </p:cNvPr>
          <p:cNvSpPr txBox="1"/>
          <p:nvPr/>
        </p:nvSpPr>
        <p:spPr>
          <a:xfrm>
            <a:off x="667752" y="1032346"/>
            <a:ext cx="10659980" cy="2862322"/>
          </a:xfrm>
          <a:prstGeom prst="rect">
            <a:avLst/>
          </a:prstGeom>
          <a:noFill/>
        </p:spPr>
        <p:txBody>
          <a:bodyPr wrap="square" rtlCol="0">
            <a:spAutoFit/>
          </a:bodyPr>
          <a:lstStyle/>
          <a:p>
            <a:pPr marL="342900" indent="-342900">
              <a:buFont typeface="+mj-lt"/>
              <a:buAutoNum type="arabicPeriod"/>
            </a:pPr>
            <a:r>
              <a:rPr lang="en-US" altLang="ko-KR" b="1" dirty="0">
                <a:latin typeface="Arial" panose="020B0604020202020204" pitchFamily="34" charset="0"/>
                <a:cs typeface="Arial" panose="020B0604020202020204" pitchFamily="34" charset="0"/>
              </a:rPr>
              <a:t>Income</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Social Network Service Providers</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Balance Sheet</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The strengths</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Cash Flow</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The animation affects to real market by specific service</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Break-even Analysis</a:t>
            </a:r>
            <a:br>
              <a:rPr lang="en-US" altLang="ko-KR" b="1"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1 Architect; </a:t>
            </a:r>
          </a:p>
          <a:p>
            <a:pPr marL="342900" indent="-342900">
              <a:buFont typeface="+mj-lt"/>
              <a:buAutoNum type="arabicPeriod"/>
            </a:pPr>
            <a:r>
              <a:rPr lang="en-US" altLang="ko-KR" b="1" dirty="0">
                <a:latin typeface="Arial" panose="020B0604020202020204" pitchFamily="34" charset="0"/>
                <a:cs typeface="Arial" panose="020B0604020202020204" pitchFamily="34" charset="0"/>
              </a:rPr>
              <a:t>Risks &amp; Any Assumptions</a:t>
            </a:r>
            <a:br>
              <a:rPr lang="en-US" altLang="ko-KR" dirty="0">
                <a:latin typeface="Arial" panose="020B0604020202020204" pitchFamily="34" charset="0"/>
                <a:cs typeface="Arial" panose="020B0604020202020204" pitchFamily="34" charset="0"/>
              </a:rPr>
            </a:br>
            <a:r>
              <a:rPr lang="en-US" altLang="ko-KR" dirty="0">
                <a:latin typeface="Arial" panose="020B0604020202020204" pitchFamily="34" charset="0"/>
                <a:cs typeface="Arial" panose="020B0604020202020204" pitchFamily="34" charset="0"/>
              </a:rPr>
              <a:t>Stocks, Realty, M&amp;A, Investments, Personnel Variable</a:t>
            </a:r>
          </a:p>
        </p:txBody>
      </p:sp>
      <p:sp>
        <p:nvSpPr>
          <p:cNvPr id="8" name="자유형: 도형 7">
            <a:extLst>
              <a:ext uri="{FF2B5EF4-FFF2-40B4-BE49-F238E27FC236}">
                <a16:creationId xmlns:a16="http://schemas.microsoft.com/office/drawing/2014/main" id="{DC8538BE-F3B3-7EF3-D7E4-BA7A47345BEA}"/>
              </a:ext>
            </a:extLst>
          </p:cNvPr>
          <p:cNvSpPr/>
          <p:nvPr/>
        </p:nvSpPr>
        <p:spPr>
          <a:xfrm>
            <a:off x="0" y="0"/>
            <a:ext cx="12192000" cy="6858000"/>
          </a:xfrm>
          <a:custGeom>
            <a:avLst/>
            <a:gdLst>
              <a:gd name="connsiteX0" fmla="*/ 381053 w 12192000"/>
              <a:gd name="connsiteY0" fmla="*/ 252663 h 6858000"/>
              <a:gd name="connsiteX1" fmla="*/ 240632 w 12192000"/>
              <a:gd name="connsiteY1" fmla="*/ 393084 h 6858000"/>
              <a:gd name="connsiteX2" fmla="*/ 240632 w 12192000"/>
              <a:gd name="connsiteY2" fmla="*/ 6494994 h 6858000"/>
              <a:gd name="connsiteX3" fmla="*/ 381053 w 12192000"/>
              <a:gd name="connsiteY3" fmla="*/ 6635415 h 6858000"/>
              <a:gd name="connsiteX4" fmla="*/ 11800921 w 12192000"/>
              <a:gd name="connsiteY4" fmla="*/ 6635415 h 6858000"/>
              <a:gd name="connsiteX5" fmla="*/ 11941342 w 12192000"/>
              <a:gd name="connsiteY5" fmla="*/ 6494994 h 6858000"/>
              <a:gd name="connsiteX6" fmla="*/ 11941342 w 12192000"/>
              <a:gd name="connsiteY6" fmla="*/ 393084 h 6858000"/>
              <a:gd name="connsiteX7" fmla="*/ 11800921 w 12192000"/>
              <a:gd name="connsiteY7" fmla="*/ 252663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381053" y="252663"/>
                </a:moveTo>
                <a:cubicBezTo>
                  <a:pt x="303501" y="252663"/>
                  <a:pt x="240632" y="315532"/>
                  <a:pt x="240632" y="393084"/>
                </a:cubicBezTo>
                <a:lnTo>
                  <a:pt x="240632" y="6494994"/>
                </a:lnTo>
                <a:cubicBezTo>
                  <a:pt x="240632" y="6572546"/>
                  <a:pt x="303501" y="6635415"/>
                  <a:pt x="381053" y="6635415"/>
                </a:cubicBezTo>
                <a:lnTo>
                  <a:pt x="11800921" y="6635415"/>
                </a:lnTo>
                <a:cubicBezTo>
                  <a:pt x="11878473" y="6635415"/>
                  <a:pt x="11941342" y="6572546"/>
                  <a:pt x="11941342" y="6494994"/>
                </a:cubicBezTo>
                <a:lnTo>
                  <a:pt x="11941342" y="393084"/>
                </a:lnTo>
                <a:cubicBezTo>
                  <a:pt x="11941342" y="315532"/>
                  <a:pt x="11878473" y="252663"/>
                  <a:pt x="11800921" y="252663"/>
                </a:cubicBezTo>
                <a:close/>
                <a:moveTo>
                  <a:pt x="0" y="0"/>
                </a:moveTo>
                <a:lnTo>
                  <a:pt x="12192000" y="0"/>
                </a:lnTo>
                <a:lnTo>
                  <a:pt x="12192000" y="6858000"/>
                </a:lnTo>
                <a:lnTo>
                  <a:pt x="0" y="685800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Tree>
    <p:extLst>
      <p:ext uri="{BB962C8B-B14F-4D97-AF65-F5344CB8AC3E}">
        <p14:creationId xmlns:p14="http://schemas.microsoft.com/office/powerpoint/2010/main" val="59249360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0" tIns="0" rIns="0" bIns="0" rtlCol="0" anchor="ctr">
        <a:normAutofit/>
      </a:bodyPr>
      <a:lstStyle>
        <a:defPPr algn="l">
          <a:defRPr sz="6600" dirty="0">
            <a:latin typeface="Eras Bold ITC" panose="020B0907030504020204" pitchFamily="34" charset="0"/>
            <a:ea typeface="Ebrima" panose="02000000000000000000" pitchFamily="2" charset="0"/>
            <a:cs typeface="Ebrima"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1967</TotalTime>
  <Words>1664</Words>
  <Application>Microsoft Office PowerPoint</Application>
  <PresentationFormat>와이드스크린</PresentationFormat>
  <Paragraphs>105</Paragraphs>
  <Slides>18</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18</vt:i4>
      </vt:variant>
    </vt:vector>
  </HeadingPairs>
  <TitlesOfParts>
    <vt:vector size="24" baseType="lpstr">
      <vt:lpstr>Arial</vt:lpstr>
      <vt:lpstr>Arial Black</vt:lpstr>
      <vt:lpstr>Eras Bold ITC</vt:lpstr>
      <vt:lpstr>Gill Sans Ultra Bold</vt:lpstr>
      <vt:lpstr>맑은 고딕</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Jang Jaehoon</dc:creator>
  <cp:lastModifiedBy>Jaehoon Jang</cp:lastModifiedBy>
  <cp:revision>2</cp:revision>
  <dcterms:created xsi:type="dcterms:W3CDTF">2023-04-15T16:27:59Z</dcterms:created>
  <dcterms:modified xsi:type="dcterms:W3CDTF">2023-09-04T20:26:48Z</dcterms:modified>
</cp:coreProperties>
</file>